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D81DB0-2F8A-48BA-9D55-C9000ADB1529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896318F-439B-4FB1-A949-F049C2F720A2}">
      <dgm:prSet/>
      <dgm:spPr/>
      <dgm:t>
        <a:bodyPr/>
        <a:lstStyle/>
        <a:p>
          <a:r>
            <a:rPr lang="en-US"/>
            <a:t>Predict individuals at risk of financial exclusion in Kenya.</a:t>
          </a:r>
        </a:p>
      </dgm:t>
    </dgm:pt>
    <dgm:pt modelId="{22F08C74-2A09-412A-8622-94CFD3353848}" type="parTrans" cxnId="{10CA2558-8DBF-4147-8BD7-7FC1583AE0C1}">
      <dgm:prSet/>
      <dgm:spPr/>
      <dgm:t>
        <a:bodyPr/>
        <a:lstStyle/>
        <a:p>
          <a:endParaRPr lang="en-US"/>
        </a:p>
      </dgm:t>
    </dgm:pt>
    <dgm:pt modelId="{2CAB20FC-03CC-4825-B058-F15769047BEA}" type="sibTrans" cxnId="{10CA2558-8DBF-4147-8BD7-7FC1583AE0C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C930CED-3CFA-4B07-9B6F-483A1E25EB84}">
      <dgm:prSet/>
      <dgm:spPr/>
      <dgm:t>
        <a:bodyPr/>
        <a:lstStyle/>
        <a:p>
          <a:r>
            <a:rPr lang="en-US"/>
            <a:t>Use machine learning to support financial inclusion policies.</a:t>
          </a:r>
        </a:p>
      </dgm:t>
    </dgm:pt>
    <dgm:pt modelId="{87DA1634-2BCA-4F74-BB7B-4E198A483D7F}" type="parTrans" cxnId="{2131AA37-16ED-4C20-BBA8-11F38726AC47}">
      <dgm:prSet/>
      <dgm:spPr/>
      <dgm:t>
        <a:bodyPr/>
        <a:lstStyle/>
        <a:p>
          <a:endParaRPr lang="en-US"/>
        </a:p>
      </dgm:t>
    </dgm:pt>
    <dgm:pt modelId="{7F20636F-F31E-4129-AD30-A4A9E9DAE473}" type="sibTrans" cxnId="{2131AA37-16ED-4C20-BBA8-11F38726AC4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8F851D2-8026-4400-A06D-30F7C5898654}">
      <dgm:prSet/>
      <dgm:spPr/>
      <dgm:t>
        <a:bodyPr/>
        <a:lstStyle/>
        <a:p>
          <a:r>
            <a:rPr lang="en-US"/>
            <a:t>Provide transparent and explainable predictions.</a:t>
          </a:r>
        </a:p>
      </dgm:t>
    </dgm:pt>
    <dgm:pt modelId="{8CDEB5F6-7ABB-4143-ADC8-2ABE997A0B3C}" type="parTrans" cxnId="{640DF63A-B2BD-4C69-AF68-383D56938721}">
      <dgm:prSet/>
      <dgm:spPr/>
      <dgm:t>
        <a:bodyPr/>
        <a:lstStyle/>
        <a:p>
          <a:endParaRPr lang="en-US"/>
        </a:p>
      </dgm:t>
    </dgm:pt>
    <dgm:pt modelId="{00272EBB-AD4E-41E1-BB03-5BA15A0EF42E}" type="sibTrans" cxnId="{640DF63A-B2BD-4C69-AF68-383D5693872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C6391C5-D8CF-461B-86C0-522EFCFCE36F}">
      <dgm:prSet/>
      <dgm:spPr/>
      <dgm:t>
        <a:bodyPr/>
        <a:lstStyle/>
        <a:p>
          <a:r>
            <a:rPr lang="en-US"/>
            <a:t>Enable targeted interventions for vulnerable groups.</a:t>
          </a:r>
        </a:p>
      </dgm:t>
    </dgm:pt>
    <dgm:pt modelId="{E184C75A-B7F6-4646-94B5-5229C522B239}" type="parTrans" cxnId="{C040D215-8B91-4B99-8B1A-6D0E44CE1370}">
      <dgm:prSet/>
      <dgm:spPr/>
      <dgm:t>
        <a:bodyPr/>
        <a:lstStyle/>
        <a:p>
          <a:endParaRPr lang="en-US"/>
        </a:p>
      </dgm:t>
    </dgm:pt>
    <dgm:pt modelId="{8663E16D-C66F-4450-8385-173541E7DDA3}" type="sibTrans" cxnId="{C040D215-8B91-4B99-8B1A-6D0E44CE137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0C552EF-6C59-4B57-88FF-B2B95045E54A}" type="pres">
      <dgm:prSet presAssocID="{BBD81DB0-2F8A-48BA-9D55-C9000ADB1529}" presName="Name0" presStyleCnt="0">
        <dgm:presLayoutVars>
          <dgm:animLvl val="lvl"/>
          <dgm:resizeHandles val="exact"/>
        </dgm:presLayoutVars>
      </dgm:prSet>
      <dgm:spPr/>
    </dgm:pt>
    <dgm:pt modelId="{E583BF9B-6277-4918-9438-7CADD48F4356}" type="pres">
      <dgm:prSet presAssocID="{2896318F-439B-4FB1-A949-F049C2F720A2}" presName="compositeNode" presStyleCnt="0">
        <dgm:presLayoutVars>
          <dgm:bulletEnabled val="1"/>
        </dgm:presLayoutVars>
      </dgm:prSet>
      <dgm:spPr/>
    </dgm:pt>
    <dgm:pt modelId="{04ABB020-8B39-4069-B5FF-E3BA04F40732}" type="pres">
      <dgm:prSet presAssocID="{2896318F-439B-4FB1-A949-F049C2F720A2}" presName="bgRect" presStyleLbl="bgAccFollowNode1" presStyleIdx="0" presStyleCnt="4"/>
      <dgm:spPr/>
    </dgm:pt>
    <dgm:pt modelId="{0B62AEEE-DEA3-4C95-9E78-8F0810281611}" type="pres">
      <dgm:prSet presAssocID="{2CAB20FC-03CC-4825-B058-F15769047BEA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D443D8DD-6A45-4EB3-A55C-6FD67521D2CA}" type="pres">
      <dgm:prSet presAssocID="{2896318F-439B-4FB1-A949-F049C2F720A2}" presName="bottomLine" presStyleLbl="alignNode1" presStyleIdx="1" presStyleCnt="8">
        <dgm:presLayoutVars/>
      </dgm:prSet>
      <dgm:spPr/>
    </dgm:pt>
    <dgm:pt modelId="{8AD86637-3E9A-4B26-B083-17BC87BB77EA}" type="pres">
      <dgm:prSet presAssocID="{2896318F-439B-4FB1-A949-F049C2F720A2}" presName="nodeText" presStyleLbl="bgAccFollowNode1" presStyleIdx="0" presStyleCnt="4">
        <dgm:presLayoutVars>
          <dgm:bulletEnabled val="1"/>
        </dgm:presLayoutVars>
      </dgm:prSet>
      <dgm:spPr/>
    </dgm:pt>
    <dgm:pt modelId="{BE3CFBD7-4316-432B-8D7D-F01606525643}" type="pres">
      <dgm:prSet presAssocID="{2CAB20FC-03CC-4825-B058-F15769047BEA}" presName="sibTrans" presStyleCnt="0"/>
      <dgm:spPr/>
    </dgm:pt>
    <dgm:pt modelId="{75DF61C5-5EFB-4F94-BB8F-B4754BBBEEF8}" type="pres">
      <dgm:prSet presAssocID="{BC930CED-3CFA-4B07-9B6F-483A1E25EB84}" presName="compositeNode" presStyleCnt="0">
        <dgm:presLayoutVars>
          <dgm:bulletEnabled val="1"/>
        </dgm:presLayoutVars>
      </dgm:prSet>
      <dgm:spPr/>
    </dgm:pt>
    <dgm:pt modelId="{9E6C0826-ED9A-4A54-AD1C-093743E6EEFD}" type="pres">
      <dgm:prSet presAssocID="{BC930CED-3CFA-4B07-9B6F-483A1E25EB84}" presName="bgRect" presStyleLbl="bgAccFollowNode1" presStyleIdx="1" presStyleCnt="4"/>
      <dgm:spPr/>
    </dgm:pt>
    <dgm:pt modelId="{4724B972-EB8E-41F8-A243-D9AA6943094E}" type="pres">
      <dgm:prSet presAssocID="{7F20636F-F31E-4129-AD30-A4A9E9DAE47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03FD177-B0D2-48D9-AEEB-1E3AA073C107}" type="pres">
      <dgm:prSet presAssocID="{BC930CED-3CFA-4B07-9B6F-483A1E25EB84}" presName="bottomLine" presStyleLbl="alignNode1" presStyleIdx="3" presStyleCnt="8">
        <dgm:presLayoutVars/>
      </dgm:prSet>
      <dgm:spPr/>
    </dgm:pt>
    <dgm:pt modelId="{60F69BF0-9200-434C-ACF0-DDE44AED52BB}" type="pres">
      <dgm:prSet presAssocID="{BC930CED-3CFA-4B07-9B6F-483A1E25EB84}" presName="nodeText" presStyleLbl="bgAccFollowNode1" presStyleIdx="1" presStyleCnt="4">
        <dgm:presLayoutVars>
          <dgm:bulletEnabled val="1"/>
        </dgm:presLayoutVars>
      </dgm:prSet>
      <dgm:spPr/>
    </dgm:pt>
    <dgm:pt modelId="{4410035A-AA26-4F3C-9171-2C4DF691303E}" type="pres">
      <dgm:prSet presAssocID="{7F20636F-F31E-4129-AD30-A4A9E9DAE473}" presName="sibTrans" presStyleCnt="0"/>
      <dgm:spPr/>
    </dgm:pt>
    <dgm:pt modelId="{4D6298C5-3F98-4D74-91FA-22C9B242BD6F}" type="pres">
      <dgm:prSet presAssocID="{98F851D2-8026-4400-A06D-30F7C5898654}" presName="compositeNode" presStyleCnt="0">
        <dgm:presLayoutVars>
          <dgm:bulletEnabled val="1"/>
        </dgm:presLayoutVars>
      </dgm:prSet>
      <dgm:spPr/>
    </dgm:pt>
    <dgm:pt modelId="{B0168ED1-5845-4119-86FD-3B9ECB373799}" type="pres">
      <dgm:prSet presAssocID="{98F851D2-8026-4400-A06D-30F7C5898654}" presName="bgRect" presStyleLbl="bgAccFollowNode1" presStyleIdx="2" presStyleCnt="4"/>
      <dgm:spPr/>
    </dgm:pt>
    <dgm:pt modelId="{2782B6B2-5071-4ED4-A22E-ED5E44652DD6}" type="pres">
      <dgm:prSet presAssocID="{00272EBB-AD4E-41E1-BB03-5BA15A0EF42E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B3409B1B-F176-43F6-B20E-5D839FB620FE}" type="pres">
      <dgm:prSet presAssocID="{98F851D2-8026-4400-A06D-30F7C5898654}" presName="bottomLine" presStyleLbl="alignNode1" presStyleIdx="5" presStyleCnt="8">
        <dgm:presLayoutVars/>
      </dgm:prSet>
      <dgm:spPr/>
    </dgm:pt>
    <dgm:pt modelId="{004B5DB9-A774-4A77-A3D4-AE57C29984BB}" type="pres">
      <dgm:prSet presAssocID="{98F851D2-8026-4400-A06D-30F7C5898654}" presName="nodeText" presStyleLbl="bgAccFollowNode1" presStyleIdx="2" presStyleCnt="4">
        <dgm:presLayoutVars>
          <dgm:bulletEnabled val="1"/>
        </dgm:presLayoutVars>
      </dgm:prSet>
      <dgm:spPr/>
    </dgm:pt>
    <dgm:pt modelId="{65917395-0548-4DFE-A4BB-44DDBE88A304}" type="pres">
      <dgm:prSet presAssocID="{00272EBB-AD4E-41E1-BB03-5BA15A0EF42E}" presName="sibTrans" presStyleCnt="0"/>
      <dgm:spPr/>
    </dgm:pt>
    <dgm:pt modelId="{043F0BF9-23DE-47D7-8513-F83F8AE88B5F}" type="pres">
      <dgm:prSet presAssocID="{5C6391C5-D8CF-461B-86C0-522EFCFCE36F}" presName="compositeNode" presStyleCnt="0">
        <dgm:presLayoutVars>
          <dgm:bulletEnabled val="1"/>
        </dgm:presLayoutVars>
      </dgm:prSet>
      <dgm:spPr/>
    </dgm:pt>
    <dgm:pt modelId="{5CFF0C39-444B-4342-B250-54ABEBEB0685}" type="pres">
      <dgm:prSet presAssocID="{5C6391C5-D8CF-461B-86C0-522EFCFCE36F}" presName="bgRect" presStyleLbl="bgAccFollowNode1" presStyleIdx="3" presStyleCnt="4"/>
      <dgm:spPr/>
    </dgm:pt>
    <dgm:pt modelId="{7BC5105E-E954-4877-8E0D-0837768230B1}" type="pres">
      <dgm:prSet presAssocID="{8663E16D-C66F-4450-8385-173541E7DDA3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3C44A68-A614-40A4-ADC0-E241D4A78EA2}" type="pres">
      <dgm:prSet presAssocID="{5C6391C5-D8CF-461B-86C0-522EFCFCE36F}" presName="bottomLine" presStyleLbl="alignNode1" presStyleIdx="7" presStyleCnt="8">
        <dgm:presLayoutVars/>
      </dgm:prSet>
      <dgm:spPr/>
    </dgm:pt>
    <dgm:pt modelId="{41E1D170-784C-4DD7-9283-BABBB311123F}" type="pres">
      <dgm:prSet presAssocID="{5C6391C5-D8CF-461B-86C0-522EFCFCE36F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15B65505-AD19-4F2A-8698-FDB789C01C8A}" type="presOf" srcId="{5C6391C5-D8CF-461B-86C0-522EFCFCE36F}" destId="{41E1D170-784C-4DD7-9283-BABBB311123F}" srcOrd="1" destOrd="0" presId="urn:microsoft.com/office/officeart/2016/7/layout/BasicLinearProcessNumbered"/>
    <dgm:cxn modelId="{AC17FB07-79D2-4116-B8FB-9EEEAF0D3FD6}" type="presOf" srcId="{BC930CED-3CFA-4B07-9B6F-483A1E25EB84}" destId="{60F69BF0-9200-434C-ACF0-DDE44AED52BB}" srcOrd="1" destOrd="0" presId="urn:microsoft.com/office/officeart/2016/7/layout/BasicLinearProcessNumbered"/>
    <dgm:cxn modelId="{7C284013-DB39-4BAF-87C4-35C4C5FCE124}" type="presOf" srcId="{2896318F-439B-4FB1-A949-F049C2F720A2}" destId="{04ABB020-8B39-4069-B5FF-E3BA04F40732}" srcOrd="0" destOrd="0" presId="urn:microsoft.com/office/officeart/2016/7/layout/BasicLinearProcessNumbered"/>
    <dgm:cxn modelId="{C040D215-8B91-4B99-8B1A-6D0E44CE1370}" srcId="{BBD81DB0-2F8A-48BA-9D55-C9000ADB1529}" destId="{5C6391C5-D8CF-461B-86C0-522EFCFCE36F}" srcOrd="3" destOrd="0" parTransId="{E184C75A-B7F6-4646-94B5-5229C522B239}" sibTransId="{8663E16D-C66F-4450-8385-173541E7DDA3}"/>
    <dgm:cxn modelId="{4798AB19-3625-4248-A282-281784770353}" type="presOf" srcId="{2896318F-439B-4FB1-A949-F049C2F720A2}" destId="{8AD86637-3E9A-4B26-B083-17BC87BB77EA}" srcOrd="1" destOrd="0" presId="urn:microsoft.com/office/officeart/2016/7/layout/BasicLinearProcessNumbered"/>
    <dgm:cxn modelId="{9D24E223-B8EF-43FA-B902-DA49C81A42B8}" type="presOf" srcId="{2CAB20FC-03CC-4825-B058-F15769047BEA}" destId="{0B62AEEE-DEA3-4C95-9E78-8F0810281611}" srcOrd="0" destOrd="0" presId="urn:microsoft.com/office/officeart/2016/7/layout/BasicLinearProcessNumbered"/>
    <dgm:cxn modelId="{952B7D2D-4E2D-44A3-9D75-E0904DAEAF1E}" type="presOf" srcId="{BBD81DB0-2F8A-48BA-9D55-C9000ADB1529}" destId="{B0C552EF-6C59-4B57-88FF-B2B95045E54A}" srcOrd="0" destOrd="0" presId="urn:microsoft.com/office/officeart/2016/7/layout/BasicLinearProcessNumbered"/>
    <dgm:cxn modelId="{2131AA37-16ED-4C20-BBA8-11F38726AC47}" srcId="{BBD81DB0-2F8A-48BA-9D55-C9000ADB1529}" destId="{BC930CED-3CFA-4B07-9B6F-483A1E25EB84}" srcOrd="1" destOrd="0" parTransId="{87DA1634-2BCA-4F74-BB7B-4E198A483D7F}" sibTransId="{7F20636F-F31E-4129-AD30-A4A9E9DAE473}"/>
    <dgm:cxn modelId="{640DF63A-B2BD-4C69-AF68-383D56938721}" srcId="{BBD81DB0-2F8A-48BA-9D55-C9000ADB1529}" destId="{98F851D2-8026-4400-A06D-30F7C5898654}" srcOrd="2" destOrd="0" parTransId="{8CDEB5F6-7ABB-4143-ADC8-2ABE997A0B3C}" sibTransId="{00272EBB-AD4E-41E1-BB03-5BA15A0EF42E}"/>
    <dgm:cxn modelId="{4207234C-C9D1-4C83-A662-AF6EEB71E6FD}" type="presOf" srcId="{98F851D2-8026-4400-A06D-30F7C5898654}" destId="{004B5DB9-A774-4A77-A3D4-AE57C29984BB}" srcOrd="1" destOrd="0" presId="urn:microsoft.com/office/officeart/2016/7/layout/BasicLinearProcessNumbered"/>
    <dgm:cxn modelId="{6E66EE4E-E269-43D7-9B03-111D9F149CCE}" type="presOf" srcId="{7F20636F-F31E-4129-AD30-A4A9E9DAE473}" destId="{4724B972-EB8E-41F8-A243-D9AA6943094E}" srcOrd="0" destOrd="0" presId="urn:microsoft.com/office/officeart/2016/7/layout/BasicLinearProcessNumbered"/>
    <dgm:cxn modelId="{463F156F-8380-4554-914A-A4B82D5ADE5B}" type="presOf" srcId="{98F851D2-8026-4400-A06D-30F7C5898654}" destId="{B0168ED1-5845-4119-86FD-3B9ECB373799}" srcOrd="0" destOrd="0" presId="urn:microsoft.com/office/officeart/2016/7/layout/BasicLinearProcessNumbered"/>
    <dgm:cxn modelId="{10CA2558-8DBF-4147-8BD7-7FC1583AE0C1}" srcId="{BBD81DB0-2F8A-48BA-9D55-C9000ADB1529}" destId="{2896318F-439B-4FB1-A949-F049C2F720A2}" srcOrd="0" destOrd="0" parTransId="{22F08C74-2A09-412A-8622-94CFD3353848}" sibTransId="{2CAB20FC-03CC-4825-B058-F15769047BEA}"/>
    <dgm:cxn modelId="{0983F180-D0D6-4166-AEC8-BF0F82ECCE2E}" type="presOf" srcId="{8663E16D-C66F-4450-8385-173541E7DDA3}" destId="{7BC5105E-E954-4877-8E0D-0837768230B1}" srcOrd="0" destOrd="0" presId="urn:microsoft.com/office/officeart/2016/7/layout/BasicLinearProcessNumbered"/>
    <dgm:cxn modelId="{78F538B9-5F28-43FE-AFC4-4AA3D645BD6E}" type="presOf" srcId="{5C6391C5-D8CF-461B-86C0-522EFCFCE36F}" destId="{5CFF0C39-444B-4342-B250-54ABEBEB0685}" srcOrd="0" destOrd="0" presId="urn:microsoft.com/office/officeart/2016/7/layout/BasicLinearProcessNumbered"/>
    <dgm:cxn modelId="{434D19E4-341B-41F6-B0D8-8180B00EACEE}" type="presOf" srcId="{BC930CED-3CFA-4B07-9B6F-483A1E25EB84}" destId="{9E6C0826-ED9A-4A54-AD1C-093743E6EEFD}" srcOrd="0" destOrd="0" presId="urn:microsoft.com/office/officeart/2016/7/layout/BasicLinearProcessNumbered"/>
    <dgm:cxn modelId="{A4E4F9EB-779B-458F-A6B7-FCACBD92BE85}" type="presOf" srcId="{00272EBB-AD4E-41E1-BB03-5BA15A0EF42E}" destId="{2782B6B2-5071-4ED4-A22E-ED5E44652DD6}" srcOrd="0" destOrd="0" presId="urn:microsoft.com/office/officeart/2016/7/layout/BasicLinearProcessNumbered"/>
    <dgm:cxn modelId="{C8D231C8-D1B1-41A2-9543-B40FE9DFCE85}" type="presParOf" srcId="{B0C552EF-6C59-4B57-88FF-B2B95045E54A}" destId="{E583BF9B-6277-4918-9438-7CADD48F4356}" srcOrd="0" destOrd="0" presId="urn:microsoft.com/office/officeart/2016/7/layout/BasicLinearProcessNumbered"/>
    <dgm:cxn modelId="{4EF0D262-B8C5-496F-91AC-136EAEA14090}" type="presParOf" srcId="{E583BF9B-6277-4918-9438-7CADD48F4356}" destId="{04ABB020-8B39-4069-B5FF-E3BA04F40732}" srcOrd="0" destOrd="0" presId="urn:microsoft.com/office/officeart/2016/7/layout/BasicLinearProcessNumbered"/>
    <dgm:cxn modelId="{846379CB-9C4F-4C5C-BFF4-64E8678377FE}" type="presParOf" srcId="{E583BF9B-6277-4918-9438-7CADD48F4356}" destId="{0B62AEEE-DEA3-4C95-9E78-8F0810281611}" srcOrd="1" destOrd="0" presId="urn:microsoft.com/office/officeart/2016/7/layout/BasicLinearProcessNumbered"/>
    <dgm:cxn modelId="{6E902660-CDF2-4A3A-867E-92E883E81A68}" type="presParOf" srcId="{E583BF9B-6277-4918-9438-7CADD48F4356}" destId="{D443D8DD-6A45-4EB3-A55C-6FD67521D2CA}" srcOrd="2" destOrd="0" presId="urn:microsoft.com/office/officeart/2016/7/layout/BasicLinearProcessNumbered"/>
    <dgm:cxn modelId="{7BD35393-09C0-445A-B0A2-C67BCE944D82}" type="presParOf" srcId="{E583BF9B-6277-4918-9438-7CADD48F4356}" destId="{8AD86637-3E9A-4B26-B083-17BC87BB77EA}" srcOrd="3" destOrd="0" presId="urn:microsoft.com/office/officeart/2016/7/layout/BasicLinearProcessNumbered"/>
    <dgm:cxn modelId="{6A0DA17E-E1F1-4CAC-BF44-DE9CC283C78C}" type="presParOf" srcId="{B0C552EF-6C59-4B57-88FF-B2B95045E54A}" destId="{BE3CFBD7-4316-432B-8D7D-F01606525643}" srcOrd="1" destOrd="0" presId="urn:microsoft.com/office/officeart/2016/7/layout/BasicLinearProcessNumbered"/>
    <dgm:cxn modelId="{92838AE1-C5FA-44C6-AD61-2DDBA5244138}" type="presParOf" srcId="{B0C552EF-6C59-4B57-88FF-B2B95045E54A}" destId="{75DF61C5-5EFB-4F94-BB8F-B4754BBBEEF8}" srcOrd="2" destOrd="0" presId="urn:microsoft.com/office/officeart/2016/7/layout/BasicLinearProcessNumbered"/>
    <dgm:cxn modelId="{42F04648-3F8D-4C12-92B0-02220177C676}" type="presParOf" srcId="{75DF61C5-5EFB-4F94-BB8F-B4754BBBEEF8}" destId="{9E6C0826-ED9A-4A54-AD1C-093743E6EEFD}" srcOrd="0" destOrd="0" presId="urn:microsoft.com/office/officeart/2016/7/layout/BasicLinearProcessNumbered"/>
    <dgm:cxn modelId="{F62FD08B-E290-4E53-9F6A-2A49E2CA215F}" type="presParOf" srcId="{75DF61C5-5EFB-4F94-BB8F-B4754BBBEEF8}" destId="{4724B972-EB8E-41F8-A243-D9AA6943094E}" srcOrd="1" destOrd="0" presId="urn:microsoft.com/office/officeart/2016/7/layout/BasicLinearProcessNumbered"/>
    <dgm:cxn modelId="{9C2A6F15-1B4A-4813-B7B9-7A7C45793016}" type="presParOf" srcId="{75DF61C5-5EFB-4F94-BB8F-B4754BBBEEF8}" destId="{403FD177-B0D2-48D9-AEEB-1E3AA073C107}" srcOrd="2" destOrd="0" presId="urn:microsoft.com/office/officeart/2016/7/layout/BasicLinearProcessNumbered"/>
    <dgm:cxn modelId="{D614F2AC-D5E7-422D-A8DF-D1477C4B082D}" type="presParOf" srcId="{75DF61C5-5EFB-4F94-BB8F-B4754BBBEEF8}" destId="{60F69BF0-9200-434C-ACF0-DDE44AED52BB}" srcOrd="3" destOrd="0" presId="urn:microsoft.com/office/officeart/2016/7/layout/BasicLinearProcessNumbered"/>
    <dgm:cxn modelId="{7C4FD074-ED39-4675-A0B4-B2FA8A4FBBAD}" type="presParOf" srcId="{B0C552EF-6C59-4B57-88FF-B2B95045E54A}" destId="{4410035A-AA26-4F3C-9171-2C4DF691303E}" srcOrd="3" destOrd="0" presId="urn:microsoft.com/office/officeart/2016/7/layout/BasicLinearProcessNumbered"/>
    <dgm:cxn modelId="{12BE1CAE-848B-4268-AB8B-EDB70E6FEEDD}" type="presParOf" srcId="{B0C552EF-6C59-4B57-88FF-B2B95045E54A}" destId="{4D6298C5-3F98-4D74-91FA-22C9B242BD6F}" srcOrd="4" destOrd="0" presId="urn:microsoft.com/office/officeart/2016/7/layout/BasicLinearProcessNumbered"/>
    <dgm:cxn modelId="{8DFF895B-5574-48AF-9D97-ADC7DBF03E6F}" type="presParOf" srcId="{4D6298C5-3F98-4D74-91FA-22C9B242BD6F}" destId="{B0168ED1-5845-4119-86FD-3B9ECB373799}" srcOrd="0" destOrd="0" presId="urn:microsoft.com/office/officeart/2016/7/layout/BasicLinearProcessNumbered"/>
    <dgm:cxn modelId="{20EAF187-44F9-422E-B752-A7900961C13B}" type="presParOf" srcId="{4D6298C5-3F98-4D74-91FA-22C9B242BD6F}" destId="{2782B6B2-5071-4ED4-A22E-ED5E44652DD6}" srcOrd="1" destOrd="0" presId="urn:microsoft.com/office/officeart/2016/7/layout/BasicLinearProcessNumbered"/>
    <dgm:cxn modelId="{B94363CB-90C3-4A7E-AC48-BC835C676F57}" type="presParOf" srcId="{4D6298C5-3F98-4D74-91FA-22C9B242BD6F}" destId="{B3409B1B-F176-43F6-B20E-5D839FB620FE}" srcOrd="2" destOrd="0" presId="urn:microsoft.com/office/officeart/2016/7/layout/BasicLinearProcessNumbered"/>
    <dgm:cxn modelId="{FFF9DC81-F6F0-46A8-A9FC-78DDD6501ACF}" type="presParOf" srcId="{4D6298C5-3F98-4D74-91FA-22C9B242BD6F}" destId="{004B5DB9-A774-4A77-A3D4-AE57C29984BB}" srcOrd="3" destOrd="0" presId="urn:microsoft.com/office/officeart/2016/7/layout/BasicLinearProcessNumbered"/>
    <dgm:cxn modelId="{008598A8-325E-45D0-A66A-6AE89B280425}" type="presParOf" srcId="{B0C552EF-6C59-4B57-88FF-B2B95045E54A}" destId="{65917395-0548-4DFE-A4BB-44DDBE88A304}" srcOrd="5" destOrd="0" presId="urn:microsoft.com/office/officeart/2016/7/layout/BasicLinearProcessNumbered"/>
    <dgm:cxn modelId="{0A677C1B-CABE-44E8-8286-6C2A1AE07ACC}" type="presParOf" srcId="{B0C552EF-6C59-4B57-88FF-B2B95045E54A}" destId="{043F0BF9-23DE-47D7-8513-F83F8AE88B5F}" srcOrd="6" destOrd="0" presId="urn:microsoft.com/office/officeart/2016/7/layout/BasicLinearProcessNumbered"/>
    <dgm:cxn modelId="{D48B46E2-F9B3-45FB-A1BD-1BF06EC4277C}" type="presParOf" srcId="{043F0BF9-23DE-47D7-8513-F83F8AE88B5F}" destId="{5CFF0C39-444B-4342-B250-54ABEBEB0685}" srcOrd="0" destOrd="0" presId="urn:microsoft.com/office/officeart/2016/7/layout/BasicLinearProcessNumbered"/>
    <dgm:cxn modelId="{FADBEC98-3A02-45CA-B52D-20410F50D416}" type="presParOf" srcId="{043F0BF9-23DE-47D7-8513-F83F8AE88B5F}" destId="{7BC5105E-E954-4877-8E0D-0837768230B1}" srcOrd="1" destOrd="0" presId="urn:microsoft.com/office/officeart/2016/7/layout/BasicLinearProcessNumbered"/>
    <dgm:cxn modelId="{2EE99AD7-B4D3-4CC9-9510-03C91C76E5C6}" type="presParOf" srcId="{043F0BF9-23DE-47D7-8513-F83F8AE88B5F}" destId="{E3C44A68-A614-40A4-ADC0-E241D4A78EA2}" srcOrd="2" destOrd="0" presId="urn:microsoft.com/office/officeart/2016/7/layout/BasicLinearProcessNumbered"/>
    <dgm:cxn modelId="{AF9A8134-9483-4323-A10A-983D90A24DED}" type="presParOf" srcId="{043F0BF9-23DE-47D7-8513-F83F8AE88B5F}" destId="{41E1D170-784C-4DD7-9283-BABBB311123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87B087-559B-4C09-B486-75EEFE0A71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A4BD5D4-6ADE-4CE4-920D-1176B45FEB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Millions remain outside formal financial systems.</a:t>
          </a:r>
        </a:p>
      </dgm:t>
    </dgm:pt>
    <dgm:pt modelId="{1F5A60AD-ADFE-403C-8106-2EA50B965558}" type="parTrans" cxnId="{1B26B084-9654-451B-9E96-2E1366B65336}">
      <dgm:prSet/>
      <dgm:spPr/>
      <dgm:t>
        <a:bodyPr/>
        <a:lstStyle/>
        <a:p>
          <a:endParaRPr lang="en-US"/>
        </a:p>
      </dgm:t>
    </dgm:pt>
    <dgm:pt modelId="{13BC6A8D-0D72-441F-AEF7-01EE2F299727}" type="sibTrans" cxnId="{1B26B084-9654-451B-9E96-2E1366B65336}">
      <dgm:prSet/>
      <dgm:spPr/>
      <dgm:t>
        <a:bodyPr/>
        <a:lstStyle/>
        <a:p>
          <a:endParaRPr lang="en-US"/>
        </a:p>
      </dgm:t>
    </dgm:pt>
    <dgm:pt modelId="{54657AFD-AE63-413F-AE2C-EE573E2B2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exclusion limits economic growth and resilience.</a:t>
          </a:r>
        </a:p>
      </dgm:t>
    </dgm:pt>
    <dgm:pt modelId="{A8644363-1F6A-4128-A6A2-9E7AAE1A7A0B}" type="parTrans" cxnId="{7BC7C981-BB1C-489B-A0E2-8530E40DD31C}">
      <dgm:prSet/>
      <dgm:spPr/>
      <dgm:t>
        <a:bodyPr/>
        <a:lstStyle/>
        <a:p>
          <a:endParaRPr lang="en-US"/>
        </a:p>
      </dgm:t>
    </dgm:pt>
    <dgm:pt modelId="{BC335362-BCA6-4FD7-B15C-4344178A1592}" type="sibTrans" cxnId="{7BC7C981-BB1C-489B-A0E2-8530E40DD31C}">
      <dgm:prSet/>
      <dgm:spPr/>
      <dgm:t>
        <a:bodyPr/>
        <a:lstStyle/>
        <a:p>
          <a:endParaRPr lang="en-US"/>
        </a:p>
      </dgm:t>
    </dgm:pt>
    <dgm:pt modelId="{934EB778-7A1F-4D1B-8D2F-F55FB5A6B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identification of high-risk groups is inefficient.</a:t>
          </a:r>
        </a:p>
      </dgm:t>
    </dgm:pt>
    <dgm:pt modelId="{5304FB00-7F45-487D-9CC2-5211F707949F}" type="parTrans" cxnId="{19E362B2-85D5-415A-8960-5AF936691389}">
      <dgm:prSet/>
      <dgm:spPr/>
      <dgm:t>
        <a:bodyPr/>
        <a:lstStyle/>
        <a:p>
          <a:endParaRPr lang="en-US"/>
        </a:p>
      </dgm:t>
    </dgm:pt>
    <dgm:pt modelId="{E672EAF2-62EE-4C42-B72A-89D617B0CAE2}" type="sibTrans" cxnId="{19E362B2-85D5-415A-8960-5AF936691389}">
      <dgm:prSet/>
      <dgm:spPr/>
      <dgm:t>
        <a:bodyPr/>
        <a:lstStyle/>
        <a:p>
          <a:endParaRPr lang="en-US"/>
        </a:p>
      </dgm:t>
    </dgm:pt>
    <dgm:pt modelId="{3D4DA24F-2ED7-442E-9AB9-0E346C3FA919}" type="pres">
      <dgm:prSet presAssocID="{B287B087-559B-4C09-B486-75EEFE0A71F4}" presName="root" presStyleCnt="0">
        <dgm:presLayoutVars>
          <dgm:dir/>
          <dgm:resizeHandles val="exact"/>
        </dgm:presLayoutVars>
      </dgm:prSet>
      <dgm:spPr/>
    </dgm:pt>
    <dgm:pt modelId="{5A4278E6-8737-45EB-B1B0-2A362845092F}" type="pres">
      <dgm:prSet presAssocID="{0A4BD5D4-6ADE-4CE4-920D-1176B45FEBD5}" presName="compNode" presStyleCnt="0"/>
      <dgm:spPr/>
    </dgm:pt>
    <dgm:pt modelId="{D9F05DBC-7CAC-4ACA-9FBB-9B471035CCD6}" type="pres">
      <dgm:prSet presAssocID="{0A4BD5D4-6ADE-4CE4-920D-1176B45FEBD5}" presName="bgRect" presStyleLbl="bgShp" presStyleIdx="0" presStyleCnt="3"/>
      <dgm:spPr/>
    </dgm:pt>
    <dgm:pt modelId="{3D66460D-4253-4D0F-A888-8D6EC59C2287}" type="pres">
      <dgm:prSet presAssocID="{0A4BD5D4-6ADE-4CE4-920D-1176B45FEB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8AA3B6BF-9011-46A3-9493-863B11C7218F}" type="pres">
      <dgm:prSet presAssocID="{0A4BD5D4-6ADE-4CE4-920D-1176B45FEBD5}" presName="spaceRect" presStyleCnt="0"/>
      <dgm:spPr/>
    </dgm:pt>
    <dgm:pt modelId="{0E241805-7B3F-46D7-8B00-A9832ADEFC40}" type="pres">
      <dgm:prSet presAssocID="{0A4BD5D4-6ADE-4CE4-920D-1176B45FEBD5}" presName="parTx" presStyleLbl="revTx" presStyleIdx="0" presStyleCnt="3">
        <dgm:presLayoutVars>
          <dgm:chMax val="0"/>
          <dgm:chPref val="0"/>
        </dgm:presLayoutVars>
      </dgm:prSet>
      <dgm:spPr/>
    </dgm:pt>
    <dgm:pt modelId="{21EA946D-E088-48D9-9B5F-05CA6B022B65}" type="pres">
      <dgm:prSet presAssocID="{13BC6A8D-0D72-441F-AEF7-01EE2F299727}" presName="sibTrans" presStyleCnt="0"/>
      <dgm:spPr/>
    </dgm:pt>
    <dgm:pt modelId="{037D2801-9553-429F-A013-DE8527245C83}" type="pres">
      <dgm:prSet presAssocID="{54657AFD-AE63-413F-AE2C-EE573E2B2A28}" presName="compNode" presStyleCnt="0"/>
      <dgm:spPr/>
    </dgm:pt>
    <dgm:pt modelId="{BCBFDAC9-4599-4E59-B7C8-E23856BACD65}" type="pres">
      <dgm:prSet presAssocID="{54657AFD-AE63-413F-AE2C-EE573E2B2A28}" presName="bgRect" presStyleLbl="bgShp" presStyleIdx="1" presStyleCnt="3"/>
      <dgm:spPr/>
    </dgm:pt>
    <dgm:pt modelId="{FA91C397-ACB0-484D-ADCD-6961CBFFF61E}" type="pres">
      <dgm:prSet presAssocID="{54657AFD-AE63-413F-AE2C-EE573E2B2A2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B6C4BFF-78C0-49B9-91FA-A8F785860DBA}" type="pres">
      <dgm:prSet presAssocID="{54657AFD-AE63-413F-AE2C-EE573E2B2A28}" presName="spaceRect" presStyleCnt="0"/>
      <dgm:spPr/>
    </dgm:pt>
    <dgm:pt modelId="{6118910D-ECA2-4551-978A-9E9552EE34C4}" type="pres">
      <dgm:prSet presAssocID="{54657AFD-AE63-413F-AE2C-EE573E2B2A28}" presName="parTx" presStyleLbl="revTx" presStyleIdx="1" presStyleCnt="3">
        <dgm:presLayoutVars>
          <dgm:chMax val="0"/>
          <dgm:chPref val="0"/>
        </dgm:presLayoutVars>
      </dgm:prSet>
      <dgm:spPr/>
    </dgm:pt>
    <dgm:pt modelId="{B601C98B-A0A1-47AA-8462-4C371BF4DC79}" type="pres">
      <dgm:prSet presAssocID="{BC335362-BCA6-4FD7-B15C-4344178A1592}" presName="sibTrans" presStyleCnt="0"/>
      <dgm:spPr/>
    </dgm:pt>
    <dgm:pt modelId="{9069A8A0-9A17-4ADC-BB37-38F57E6C6C8C}" type="pres">
      <dgm:prSet presAssocID="{934EB778-7A1F-4D1B-8D2F-F55FB5A6BD4A}" presName="compNode" presStyleCnt="0"/>
      <dgm:spPr/>
    </dgm:pt>
    <dgm:pt modelId="{4E59A8B7-3C20-4FFC-8CB2-5EEA23678C2E}" type="pres">
      <dgm:prSet presAssocID="{934EB778-7A1F-4D1B-8D2F-F55FB5A6BD4A}" presName="bgRect" presStyleLbl="bgShp" presStyleIdx="2" presStyleCnt="3"/>
      <dgm:spPr/>
    </dgm:pt>
    <dgm:pt modelId="{2BAAD5CD-7E91-4137-BD45-1F4598C332D9}" type="pres">
      <dgm:prSet presAssocID="{934EB778-7A1F-4D1B-8D2F-F55FB5A6BD4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85A55F16-F0BA-41E3-B636-3DE0C0EEC7B2}" type="pres">
      <dgm:prSet presAssocID="{934EB778-7A1F-4D1B-8D2F-F55FB5A6BD4A}" presName="spaceRect" presStyleCnt="0"/>
      <dgm:spPr/>
    </dgm:pt>
    <dgm:pt modelId="{FA6E773A-2874-4B02-AE9D-B589D2C869B5}" type="pres">
      <dgm:prSet presAssocID="{934EB778-7A1F-4D1B-8D2F-F55FB5A6BD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47F924-39BF-4369-AC38-82E88201324F}" type="presOf" srcId="{0A4BD5D4-6ADE-4CE4-920D-1176B45FEBD5}" destId="{0E241805-7B3F-46D7-8B00-A9832ADEFC40}" srcOrd="0" destOrd="0" presId="urn:microsoft.com/office/officeart/2018/2/layout/IconVerticalSolidList"/>
    <dgm:cxn modelId="{1E18EB30-35C3-46F9-91DA-2676C8BD5D36}" type="presOf" srcId="{54657AFD-AE63-413F-AE2C-EE573E2B2A28}" destId="{6118910D-ECA2-4551-978A-9E9552EE34C4}" srcOrd="0" destOrd="0" presId="urn:microsoft.com/office/officeart/2018/2/layout/IconVerticalSolidList"/>
    <dgm:cxn modelId="{CB734D63-6176-4F06-AF95-751F199F133A}" type="presOf" srcId="{934EB778-7A1F-4D1B-8D2F-F55FB5A6BD4A}" destId="{FA6E773A-2874-4B02-AE9D-B589D2C869B5}" srcOrd="0" destOrd="0" presId="urn:microsoft.com/office/officeart/2018/2/layout/IconVerticalSolidList"/>
    <dgm:cxn modelId="{7BC7C981-BB1C-489B-A0E2-8530E40DD31C}" srcId="{B287B087-559B-4C09-B486-75EEFE0A71F4}" destId="{54657AFD-AE63-413F-AE2C-EE573E2B2A28}" srcOrd="1" destOrd="0" parTransId="{A8644363-1F6A-4128-A6A2-9E7AAE1A7A0B}" sibTransId="{BC335362-BCA6-4FD7-B15C-4344178A1592}"/>
    <dgm:cxn modelId="{1B26B084-9654-451B-9E96-2E1366B65336}" srcId="{B287B087-559B-4C09-B486-75EEFE0A71F4}" destId="{0A4BD5D4-6ADE-4CE4-920D-1176B45FEBD5}" srcOrd="0" destOrd="0" parTransId="{1F5A60AD-ADFE-403C-8106-2EA50B965558}" sibTransId="{13BC6A8D-0D72-441F-AEF7-01EE2F299727}"/>
    <dgm:cxn modelId="{19E362B2-85D5-415A-8960-5AF936691389}" srcId="{B287B087-559B-4C09-B486-75EEFE0A71F4}" destId="{934EB778-7A1F-4D1B-8D2F-F55FB5A6BD4A}" srcOrd="2" destOrd="0" parTransId="{5304FB00-7F45-487D-9CC2-5211F707949F}" sibTransId="{E672EAF2-62EE-4C42-B72A-89D617B0CAE2}"/>
    <dgm:cxn modelId="{6B896EB3-C13B-43CD-BA6B-174754C8E4CE}" type="presOf" srcId="{B287B087-559B-4C09-B486-75EEFE0A71F4}" destId="{3D4DA24F-2ED7-442E-9AB9-0E346C3FA919}" srcOrd="0" destOrd="0" presId="urn:microsoft.com/office/officeart/2018/2/layout/IconVerticalSolidList"/>
    <dgm:cxn modelId="{B4B03332-3F5F-4D6C-BDDE-1AD8523D5B43}" type="presParOf" srcId="{3D4DA24F-2ED7-442E-9AB9-0E346C3FA919}" destId="{5A4278E6-8737-45EB-B1B0-2A362845092F}" srcOrd="0" destOrd="0" presId="urn:microsoft.com/office/officeart/2018/2/layout/IconVerticalSolidList"/>
    <dgm:cxn modelId="{47F79B6A-A09F-41C6-9568-9AA2A195AEE9}" type="presParOf" srcId="{5A4278E6-8737-45EB-B1B0-2A362845092F}" destId="{D9F05DBC-7CAC-4ACA-9FBB-9B471035CCD6}" srcOrd="0" destOrd="0" presId="urn:microsoft.com/office/officeart/2018/2/layout/IconVerticalSolidList"/>
    <dgm:cxn modelId="{1057683F-29D1-46C4-B0C9-79A167C86C5A}" type="presParOf" srcId="{5A4278E6-8737-45EB-B1B0-2A362845092F}" destId="{3D66460D-4253-4D0F-A888-8D6EC59C2287}" srcOrd="1" destOrd="0" presId="urn:microsoft.com/office/officeart/2018/2/layout/IconVerticalSolidList"/>
    <dgm:cxn modelId="{790B1705-002E-470A-AB6D-B3F4F0D7F92C}" type="presParOf" srcId="{5A4278E6-8737-45EB-B1B0-2A362845092F}" destId="{8AA3B6BF-9011-46A3-9493-863B11C7218F}" srcOrd="2" destOrd="0" presId="urn:microsoft.com/office/officeart/2018/2/layout/IconVerticalSolidList"/>
    <dgm:cxn modelId="{74D2C37F-8112-404B-AC5D-58DA477C1988}" type="presParOf" srcId="{5A4278E6-8737-45EB-B1B0-2A362845092F}" destId="{0E241805-7B3F-46D7-8B00-A9832ADEFC40}" srcOrd="3" destOrd="0" presId="urn:microsoft.com/office/officeart/2018/2/layout/IconVerticalSolidList"/>
    <dgm:cxn modelId="{3FB02174-D313-495B-8B16-1F64C18C9B97}" type="presParOf" srcId="{3D4DA24F-2ED7-442E-9AB9-0E346C3FA919}" destId="{21EA946D-E088-48D9-9B5F-05CA6B022B65}" srcOrd="1" destOrd="0" presId="urn:microsoft.com/office/officeart/2018/2/layout/IconVerticalSolidList"/>
    <dgm:cxn modelId="{DE0F8C6D-F788-4B0C-9B80-BAE98ACDE71A}" type="presParOf" srcId="{3D4DA24F-2ED7-442E-9AB9-0E346C3FA919}" destId="{037D2801-9553-429F-A013-DE8527245C83}" srcOrd="2" destOrd="0" presId="urn:microsoft.com/office/officeart/2018/2/layout/IconVerticalSolidList"/>
    <dgm:cxn modelId="{5D1BA549-427B-4F21-9EAB-D2E41FB5DFD2}" type="presParOf" srcId="{037D2801-9553-429F-A013-DE8527245C83}" destId="{BCBFDAC9-4599-4E59-B7C8-E23856BACD65}" srcOrd="0" destOrd="0" presId="urn:microsoft.com/office/officeart/2018/2/layout/IconVerticalSolidList"/>
    <dgm:cxn modelId="{FBC236ED-5E29-4E59-8CF8-F6CC44EF3B69}" type="presParOf" srcId="{037D2801-9553-429F-A013-DE8527245C83}" destId="{FA91C397-ACB0-484D-ADCD-6961CBFFF61E}" srcOrd="1" destOrd="0" presId="urn:microsoft.com/office/officeart/2018/2/layout/IconVerticalSolidList"/>
    <dgm:cxn modelId="{2088C73C-8DEA-4EA3-99A7-B3F8C9FA5AB8}" type="presParOf" srcId="{037D2801-9553-429F-A013-DE8527245C83}" destId="{CB6C4BFF-78C0-49B9-91FA-A8F785860DBA}" srcOrd="2" destOrd="0" presId="urn:microsoft.com/office/officeart/2018/2/layout/IconVerticalSolidList"/>
    <dgm:cxn modelId="{A5B0FAD7-B458-45FD-9A86-EE940B2920DE}" type="presParOf" srcId="{037D2801-9553-429F-A013-DE8527245C83}" destId="{6118910D-ECA2-4551-978A-9E9552EE34C4}" srcOrd="3" destOrd="0" presId="urn:microsoft.com/office/officeart/2018/2/layout/IconVerticalSolidList"/>
    <dgm:cxn modelId="{86F934DD-E09D-4D05-AE9F-7CD7AC37642E}" type="presParOf" srcId="{3D4DA24F-2ED7-442E-9AB9-0E346C3FA919}" destId="{B601C98B-A0A1-47AA-8462-4C371BF4DC79}" srcOrd="3" destOrd="0" presId="urn:microsoft.com/office/officeart/2018/2/layout/IconVerticalSolidList"/>
    <dgm:cxn modelId="{39859D0D-8022-4354-948A-D0577267DD25}" type="presParOf" srcId="{3D4DA24F-2ED7-442E-9AB9-0E346C3FA919}" destId="{9069A8A0-9A17-4ADC-BB37-38F57E6C6C8C}" srcOrd="4" destOrd="0" presId="urn:microsoft.com/office/officeart/2018/2/layout/IconVerticalSolidList"/>
    <dgm:cxn modelId="{6400E546-EAAA-46A8-B31C-07FB6F019732}" type="presParOf" srcId="{9069A8A0-9A17-4ADC-BB37-38F57E6C6C8C}" destId="{4E59A8B7-3C20-4FFC-8CB2-5EEA23678C2E}" srcOrd="0" destOrd="0" presId="urn:microsoft.com/office/officeart/2018/2/layout/IconVerticalSolidList"/>
    <dgm:cxn modelId="{E5FE9A99-A719-4E6E-84C1-697CD28C0AAA}" type="presParOf" srcId="{9069A8A0-9A17-4ADC-BB37-38F57E6C6C8C}" destId="{2BAAD5CD-7E91-4137-BD45-1F4598C332D9}" srcOrd="1" destOrd="0" presId="urn:microsoft.com/office/officeart/2018/2/layout/IconVerticalSolidList"/>
    <dgm:cxn modelId="{E8A83DBA-C458-4848-9DEB-7D21C327CCC7}" type="presParOf" srcId="{9069A8A0-9A17-4ADC-BB37-38F57E6C6C8C}" destId="{85A55F16-F0BA-41E3-B636-3DE0C0EEC7B2}" srcOrd="2" destOrd="0" presId="urn:microsoft.com/office/officeart/2018/2/layout/IconVerticalSolidList"/>
    <dgm:cxn modelId="{0DEF3461-24D0-4649-B773-6E373A9E499D}" type="presParOf" srcId="{9069A8A0-9A17-4ADC-BB37-38F57E6C6C8C}" destId="{FA6E773A-2874-4B02-AE9D-B589D2C869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B9D9D1-07E0-48FB-985A-AFDF6D873A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02B049-5C49-462E-BC5A-984E8E19614A}">
      <dgm:prSet/>
      <dgm:spPr/>
      <dgm:t>
        <a:bodyPr/>
        <a:lstStyle/>
        <a:p>
          <a:r>
            <a:rPr lang="en-US"/>
            <a:t>Missing categorical values filled using most frequent category.</a:t>
          </a:r>
        </a:p>
      </dgm:t>
    </dgm:pt>
    <dgm:pt modelId="{AF06ECE3-5DE7-4153-A1F2-8C1031EBCA8C}" type="parTrans" cxnId="{9068C2F4-FADD-4FCC-8BE0-0BEF2B9F0158}">
      <dgm:prSet/>
      <dgm:spPr/>
      <dgm:t>
        <a:bodyPr/>
        <a:lstStyle/>
        <a:p>
          <a:endParaRPr lang="en-US"/>
        </a:p>
      </dgm:t>
    </dgm:pt>
    <dgm:pt modelId="{DA32C2E2-380B-4FC6-98BC-3D8DFD87B961}" type="sibTrans" cxnId="{9068C2F4-FADD-4FCC-8BE0-0BEF2B9F0158}">
      <dgm:prSet/>
      <dgm:spPr/>
      <dgm:t>
        <a:bodyPr/>
        <a:lstStyle/>
        <a:p>
          <a:endParaRPr lang="en-US"/>
        </a:p>
      </dgm:t>
    </dgm:pt>
    <dgm:pt modelId="{71484E3B-2BD0-4F96-B2E9-4CA8B4614668}">
      <dgm:prSet/>
      <dgm:spPr/>
      <dgm:t>
        <a:bodyPr/>
        <a:lstStyle/>
        <a:p>
          <a:r>
            <a:rPr lang="en-US"/>
            <a:t>Missing numerical values filled using median imputation.</a:t>
          </a:r>
        </a:p>
      </dgm:t>
    </dgm:pt>
    <dgm:pt modelId="{966862DF-D050-4959-9901-2E8C8AFFD359}" type="parTrans" cxnId="{7EDEA1FB-85D3-4D4D-BD13-1EBDE1E1EE32}">
      <dgm:prSet/>
      <dgm:spPr/>
      <dgm:t>
        <a:bodyPr/>
        <a:lstStyle/>
        <a:p>
          <a:endParaRPr lang="en-US"/>
        </a:p>
      </dgm:t>
    </dgm:pt>
    <dgm:pt modelId="{A6EDF2F0-7803-46D1-AA50-B062D49F0A1B}" type="sibTrans" cxnId="{7EDEA1FB-85D3-4D4D-BD13-1EBDE1E1EE32}">
      <dgm:prSet/>
      <dgm:spPr/>
      <dgm:t>
        <a:bodyPr/>
        <a:lstStyle/>
        <a:p>
          <a:endParaRPr lang="en-US"/>
        </a:p>
      </dgm:t>
    </dgm:pt>
    <dgm:pt modelId="{17ED4EE3-2D64-4953-A64C-8E33E27AD2FA}">
      <dgm:prSet/>
      <dgm:spPr/>
      <dgm:t>
        <a:bodyPr/>
        <a:lstStyle/>
        <a:p>
          <a:r>
            <a:rPr lang="en-US"/>
            <a:t>OneHotEncoder transformed categorical variables.</a:t>
          </a:r>
        </a:p>
      </dgm:t>
    </dgm:pt>
    <dgm:pt modelId="{02D9FA15-4541-4156-A5BE-AD4E4000E101}" type="parTrans" cxnId="{49E0410A-A126-4330-9857-4B4AAC49ABC8}">
      <dgm:prSet/>
      <dgm:spPr/>
      <dgm:t>
        <a:bodyPr/>
        <a:lstStyle/>
        <a:p>
          <a:endParaRPr lang="en-US"/>
        </a:p>
      </dgm:t>
    </dgm:pt>
    <dgm:pt modelId="{1E2F220B-4654-433A-B738-C346C14D10F1}" type="sibTrans" cxnId="{49E0410A-A126-4330-9857-4B4AAC49ABC8}">
      <dgm:prSet/>
      <dgm:spPr/>
      <dgm:t>
        <a:bodyPr/>
        <a:lstStyle/>
        <a:p>
          <a:endParaRPr lang="en-US"/>
        </a:p>
      </dgm:t>
    </dgm:pt>
    <dgm:pt modelId="{17EFAF28-F81C-4798-9784-088D7B258CCA}">
      <dgm:prSet/>
      <dgm:spPr/>
      <dgm:t>
        <a:bodyPr/>
        <a:lstStyle/>
        <a:p>
          <a:r>
            <a:rPr lang="en-US"/>
            <a:t>StandardScaler normalized numerical features.</a:t>
          </a:r>
        </a:p>
      </dgm:t>
    </dgm:pt>
    <dgm:pt modelId="{F60F71F3-5A8B-47C9-991F-C238A4E77AED}" type="parTrans" cxnId="{565331C1-53B5-4341-A75B-B4AEFAC3B2EE}">
      <dgm:prSet/>
      <dgm:spPr/>
      <dgm:t>
        <a:bodyPr/>
        <a:lstStyle/>
        <a:p>
          <a:endParaRPr lang="en-US"/>
        </a:p>
      </dgm:t>
    </dgm:pt>
    <dgm:pt modelId="{C8B402BE-C368-4FAF-B3A2-5DB1D518374A}" type="sibTrans" cxnId="{565331C1-53B5-4341-A75B-B4AEFAC3B2EE}">
      <dgm:prSet/>
      <dgm:spPr/>
      <dgm:t>
        <a:bodyPr/>
        <a:lstStyle/>
        <a:p>
          <a:endParaRPr lang="en-US"/>
        </a:p>
      </dgm:t>
    </dgm:pt>
    <dgm:pt modelId="{229FC502-CB5D-4905-AA58-72498B48F4E6}" type="pres">
      <dgm:prSet presAssocID="{C7B9D9D1-07E0-48FB-985A-AFDF6D873A25}" presName="linear" presStyleCnt="0">
        <dgm:presLayoutVars>
          <dgm:animLvl val="lvl"/>
          <dgm:resizeHandles val="exact"/>
        </dgm:presLayoutVars>
      </dgm:prSet>
      <dgm:spPr/>
    </dgm:pt>
    <dgm:pt modelId="{7499792B-157E-44D0-AE4C-96C4F85F8EBB}" type="pres">
      <dgm:prSet presAssocID="{1102B049-5C49-462E-BC5A-984E8E1961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52E8F1-EEC8-486D-85B3-B9030887FA79}" type="pres">
      <dgm:prSet presAssocID="{DA32C2E2-380B-4FC6-98BC-3D8DFD87B961}" presName="spacer" presStyleCnt="0"/>
      <dgm:spPr/>
    </dgm:pt>
    <dgm:pt modelId="{4EDD3C6C-1661-4E73-A955-4FACABDBDAFE}" type="pres">
      <dgm:prSet presAssocID="{71484E3B-2BD0-4F96-B2E9-4CA8B46146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D01D08-B492-4890-A6C0-4AC96796705C}" type="pres">
      <dgm:prSet presAssocID="{A6EDF2F0-7803-46D1-AA50-B062D49F0A1B}" presName="spacer" presStyleCnt="0"/>
      <dgm:spPr/>
    </dgm:pt>
    <dgm:pt modelId="{3A50BC03-F7EB-48CD-B7D9-C310EA3F9A68}" type="pres">
      <dgm:prSet presAssocID="{17ED4EE3-2D64-4953-A64C-8E33E27AD2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72E9AA8-5746-4995-83AC-BADC48343C3B}" type="pres">
      <dgm:prSet presAssocID="{1E2F220B-4654-433A-B738-C346C14D10F1}" presName="spacer" presStyleCnt="0"/>
      <dgm:spPr/>
    </dgm:pt>
    <dgm:pt modelId="{7EAB94C0-2395-4B33-B7E6-6E8F72420453}" type="pres">
      <dgm:prSet presAssocID="{17EFAF28-F81C-4798-9784-088D7B258CC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EFFF605-9619-4DC7-BE25-4269314DF476}" type="presOf" srcId="{C7B9D9D1-07E0-48FB-985A-AFDF6D873A25}" destId="{229FC502-CB5D-4905-AA58-72498B48F4E6}" srcOrd="0" destOrd="0" presId="urn:microsoft.com/office/officeart/2005/8/layout/vList2"/>
    <dgm:cxn modelId="{49E0410A-A126-4330-9857-4B4AAC49ABC8}" srcId="{C7B9D9D1-07E0-48FB-985A-AFDF6D873A25}" destId="{17ED4EE3-2D64-4953-A64C-8E33E27AD2FA}" srcOrd="2" destOrd="0" parTransId="{02D9FA15-4541-4156-A5BE-AD4E4000E101}" sibTransId="{1E2F220B-4654-433A-B738-C346C14D10F1}"/>
    <dgm:cxn modelId="{5BF6E01B-8840-42B4-B69F-72BEC6436E8D}" type="presOf" srcId="{1102B049-5C49-462E-BC5A-984E8E19614A}" destId="{7499792B-157E-44D0-AE4C-96C4F85F8EBB}" srcOrd="0" destOrd="0" presId="urn:microsoft.com/office/officeart/2005/8/layout/vList2"/>
    <dgm:cxn modelId="{22A9E662-66DE-48EC-94CE-D6050AB1461E}" type="presOf" srcId="{71484E3B-2BD0-4F96-B2E9-4CA8B4614668}" destId="{4EDD3C6C-1661-4E73-A955-4FACABDBDAFE}" srcOrd="0" destOrd="0" presId="urn:microsoft.com/office/officeart/2005/8/layout/vList2"/>
    <dgm:cxn modelId="{612F3D92-FB2F-412A-AF79-0795A35B742F}" type="presOf" srcId="{17EFAF28-F81C-4798-9784-088D7B258CCA}" destId="{7EAB94C0-2395-4B33-B7E6-6E8F72420453}" srcOrd="0" destOrd="0" presId="urn:microsoft.com/office/officeart/2005/8/layout/vList2"/>
    <dgm:cxn modelId="{565331C1-53B5-4341-A75B-B4AEFAC3B2EE}" srcId="{C7B9D9D1-07E0-48FB-985A-AFDF6D873A25}" destId="{17EFAF28-F81C-4798-9784-088D7B258CCA}" srcOrd="3" destOrd="0" parTransId="{F60F71F3-5A8B-47C9-991F-C238A4E77AED}" sibTransId="{C8B402BE-C368-4FAF-B3A2-5DB1D518374A}"/>
    <dgm:cxn modelId="{BCC42BE1-41C8-4405-A612-296C76EA41E7}" type="presOf" srcId="{17ED4EE3-2D64-4953-A64C-8E33E27AD2FA}" destId="{3A50BC03-F7EB-48CD-B7D9-C310EA3F9A68}" srcOrd="0" destOrd="0" presId="urn:microsoft.com/office/officeart/2005/8/layout/vList2"/>
    <dgm:cxn modelId="{9068C2F4-FADD-4FCC-8BE0-0BEF2B9F0158}" srcId="{C7B9D9D1-07E0-48FB-985A-AFDF6D873A25}" destId="{1102B049-5C49-462E-BC5A-984E8E19614A}" srcOrd="0" destOrd="0" parTransId="{AF06ECE3-5DE7-4153-A1F2-8C1031EBCA8C}" sibTransId="{DA32C2E2-380B-4FC6-98BC-3D8DFD87B961}"/>
    <dgm:cxn modelId="{7EDEA1FB-85D3-4D4D-BD13-1EBDE1E1EE32}" srcId="{C7B9D9D1-07E0-48FB-985A-AFDF6D873A25}" destId="{71484E3B-2BD0-4F96-B2E9-4CA8B4614668}" srcOrd="1" destOrd="0" parTransId="{966862DF-D050-4959-9901-2E8C8AFFD359}" sibTransId="{A6EDF2F0-7803-46D1-AA50-B062D49F0A1B}"/>
    <dgm:cxn modelId="{C1B4ECB8-C60D-415A-8586-CB73258ED367}" type="presParOf" srcId="{229FC502-CB5D-4905-AA58-72498B48F4E6}" destId="{7499792B-157E-44D0-AE4C-96C4F85F8EBB}" srcOrd="0" destOrd="0" presId="urn:microsoft.com/office/officeart/2005/8/layout/vList2"/>
    <dgm:cxn modelId="{660BF9B4-DD43-40D3-B601-89C7AFCED731}" type="presParOf" srcId="{229FC502-CB5D-4905-AA58-72498B48F4E6}" destId="{0852E8F1-EEC8-486D-85B3-B9030887FA79}" srcOrd="1" destOrd="0" presId="urn:microsoft.com/office/officeart/2005/8/layout/vList2"/>
    <dgm:cxn modelId="{DEFB97B7-EA82-4893-85E7-77FABF936268}" type="presParOf" srcId="{229FC502-CB5D-4905-AA58-72498B48F4E6}" destId="{4EDD3C6C-1661-4E73-A955-4FACABDBDAFE}" srcOrd="2" destOrd="0" presId="urn:microsoft.com/office/officeart/2005/8/layout/vList2"/>
    <dgm:cxn modelId="{ECB46619-CC62-46DC-B958-B9DB994D94E6}" type="presParOf" srcId="{229FC502-CB5D-4905-AA58-72498B48F4E6}" destId="{83D01D08-B492-4890-A6C0-4AC96796705C}" srcOrd="3" destOrd="0" presId="urn:microsoft.com/office/officeart/2005/8/layout/vList2"/>
    <dgm:cxn modelId="{009B59B8-4872-41ED-AB97-17BAD1D16292}" type="presParOf" srcId="{229FC502-CB5D-4905-AA58-72498B48F4E6}" destId="{3A50BC03-F7EB-48CD-B7D9-C310EA3F9A68}" srcOrd="4" destOrd="0" presId="urn:microsoft.com/office/officeart/2005/8/layout/vList2"/>
    <dgm:cxn modelId="{9655CB9B-9FF3-4EE3-9C85-65E468A6714C}" type="presParOf" srcId="{229FC502-CB5D-4905-AA58-72498B48F4E6}" destId="{D72E9AA8-5746-4995-83AC-BADC48343C3B}" srcOrd="5" destOrd="0" presId="urn:microsoft.com/office/officeart/2005/8/layout/vList2"/>
    <dgm:cxn modelId="{93F8D57E-CA84-4135-9745-3FF831A786BB}" type="presParOf" srcId="{229FC502-CB5D-4905-AA58-72498B48F4E6}" destId="{7EAB94C0-2395-4B33-B7E6-6E8F7242045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1E269E-303A-478B-8661-E9D1CF1C33CF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594072-296E-49EC-ADF2-E66EAB0504A3}">
      <dgm:prSet/>
      <dgm:spPr/>
      <dgm:t>
        <a:bodyPr/>
        <a:lstStyle/>
        <a:p>
          <a:r>
            <a:rPr lang="en-US"/>
            <a:t>Ensures clean and consistent input data.</a:t>
          </a:r>
        </a:p>
      </dgm:t>
    </dgm:pt>
    <dgm:pt modelId="{C3454C85-E66F-42AA-977C-9D6BAD1FB592}" type="parTrans" cxnId="{9295546C-9AA4-43EC-A286-1AB8A218FF6D}">
      <dgm:prSet/>
      <dgm:spPr/>
      <dgm:t>
        <a:bodyPr/>
        <a:lstStyle/>
        <a:p>
          <a:endParaRPr lang="en-US"/>
        </a:p>
      </dgm:t>
    </dgm:pt>
    <dgm:pt modelId="{0AF78B46-E833-49D3-A4BE-865CE2A4BF2D}" type="sibTrans" cxnId="{9295546C-9AA4-43EC-A286-1AB8A218FF6D}">
      <dgm:prSet/>
      <dgm:spPr/>
      <dgm:t>
        <a:bodyPr/>
        <a:lstStyle/>
        <a:p>
          <a:endParaRPr lang="en-US"/>
        </a:p>
      </dgm:t>
    </dgm:pt>
    <dgm:pt modelId="{D92BA2C9-8323-46D3-AE96-4DBB1DFF37A0}">
      <dgm:prSet/>
      <dgm:spPr/>
      <dgm:t>
        <a:bodyPr/>
        <a:lstStyle/>
        <a:p>
          <a:r>
            <a:rPr lang="en-US"/>
            <a:t>Reduces model bias caused by missing values.</a:t>
          </a:r>
        </a:p>
      </dgm:t>
    </dgm:pt>
    <dgm:pt modelId="{85C1C872-817D-4254-A593-6491D78DECC3}" type="parTrans" cxnId="{0674C08A-6916-4AB3-9FFD-BBC2B2044446}">
      <dgm:prSet/>
      <dgm:spPr/>
      <dgm:t>
        <a:bodyPr/>
        <a:lstStyle/>
        <a:p>
          <a:endParaRPr lang="en-US"/>
        </a:p>
      </dgm:t>
    </dgm:pt>
    <dgm:pt modelId="{9FFF2F25-0829-489F-A0E2-9E4EEFEA9DFD}" type="sibTrans" cxnId="{0674C08A-6916-4AB3-9FFD-BBC2B2044446}">
      <dgm:prSet/>
      <dgm:spPr/>
      <dgm:t>
        <a:bodyPr/>
        <a:lstStyle/>
        <a:p>
          <a:endParaRPr lang="en-US"/>
        </a:p>
      </dgm:t>
    </dgm:pt>
    <dgm:pt modelId="{5CEB5735-AF24-45DB-811F-84CE0236F75C}">
      <dgm:prSet/>
      <dgm:spPr/>
      <dgm:t>
        <a:bodyPr/>
        <a:lstStyle/>
        <a:p>
          <a:r>
            <a:rPr lang="en-US"/>
            <a:t>Improves model stability and predictive reliability.</a:t>
          </a:r>
        </a:p>
      </dgm:t>
    </dgm:pt>
    <dgm:pt modelId="{2BEB00EF-3DC0-4397-9C36-DE8A36D7F75E}" type="parTrans" cxnId="{7D63BDF2-0B75-4678-8C50-A227734B3E34}">
      <dgm:prSet/>
      <dgm:spPr/>
      <dgm:t>
        <a:bodyPr/>
        <a:lstStyle/>
        <a:p>
          <a:endParaRPr lang="en-US"/>
        </a:p>
      </dgm:t>
    </dgm:pt>
    <dgm:pt modelId="{919079A5-EFA0-4F4E-80E1-97738AEFD069}" type="sibTrans" cxnId="{7D63BDF2-0B75-4678-8C50-A227734B3E34}">
      <dgm:prSet/>
      <dgm:spPr/>
      <dgm:t>
        <a:bodyPr/>
        <a:lstStyle/>
        <a:p>
          <a:endParaRPr lang="en-US"/>
        </a:p>
      </dgm:t>
    </dgm:pt>
    <dgm:pt modelId="{7D4CFB59-8283-47FF-92CA-480C8AD27FC6}">
      <dgm:prSet/>
      <dgm:spPr/>
      <dgm:t>
        <a:bodyPr/>
        <a:lstStyle/>
        <a:p>
          <a:r>
            <a:rPr lang="en-US"/>
            <a:t>Prevents data leakage during training and testing.</a:t>
          </a:r>
        </a:p>
      </dgm:t>
    </dgm:pt>
    <dgm:pt modelId="{262FC617-3229-4594-8077-33303FFE7217}" type="parTrans" cxnId="{17365F3B-BE23-42EB-AACF-3FD684B767B7}">
      <dgm:prSet/>
      <dgm:spPr/>
      <dgm:t>
        <a:bodyPr/>
        <a:lstStyle/>
        <a:p>
          <a:endParaRPr lang="en-US"/>
        </a:p>
      </dgm:t>
    </dgm:pt>
    <dgm:pt modelId="{E8815CEB-A9D9-498A-9371-411D17B48FC5}" type="sibTrans" cxnId="{17365F3B-BE23-42EB-AACF-3FD684B767B7}">
      <dgm:prSet/>
      <dgm:spPr/>
      <dgm:t>
        <a:bodyPr/>
        <a:lstStyle/>
        <a:p>
          <a:endParaRPr lang="en-US"/>
        </a:p>
      </dgm:t>
    </dgm:pt>
    <dgm:pt modelId="{22BF656C-A555-4729-8042-D8E5FE146C90}" type="pres">
      <dgm:prSet presAssocID="{7E1E269E-303A-478B-8661-E9D1CF1C33CF}" presName="Name0" presStyleCnt="0">
        <dgm:presLayoutVars>
          <dgm:chMax/>
          <dgm:chPref/>
          <dgm:dir/>
          <dgm:animLvl val="lvl"/>
        </dgm:presLayoutVars>
      </dgm:prSet>
      <dgm:spPr/>
    </dgm:pt>
    <dgm:pt modelId="{0DA68568-EAF3-4E67-9E99-F24E6E15CA93}" type="pres">
      <dgm:prSet presAssocID="{76594072-296E-49EC-ADF2-E66EAB0504A3}" presName="composite" presStyleCnt="0"/>
      <dgm:spPr/>
    </dgm:pt>
    <dgm:pt modelId="{96F139C7-3C9F-41E0-8DA1-1ED957181179}" type="pres">
      <dgm:prSet presAssocID="{76594072-296E-49EC-ADF2-E66EAB0504A3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2DF02D78-F844-4699-B182-FFE1EDF5C171}" type="pres">
      <dgm:prSet presAssocID="{76594072-296E-49EC-ADF2-E66EAB0504A3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205AA51F-E1D4-4491-B297-069005FFE86A}" type="pres">
      <dgm:prSet presAssocID="{76594072-296E-49EC-ADF2-E66EAB0504A3}" presName="BalanceSpacing" presStyleCnt="0"/>
      <dgm:spPr/>
    </dgm:pt>
    <dgm:pt modelId="{F8999BBC-38CC-4376-B479-CC666A77DD75}" type="pres">
      <dgm:prSet presAssocID="{76594072-296E-49EC-ADF2-E66EAB0504A3}" presName="BalanceSpacing1" presStyleCnt="0"/>
      <dgm:spPr/>
    </dgm:pt>
    <dgm:pt modelId="{AE6492C6-15BE-49FF-ADEE-445554F61F8D}" type="pres">
      <dgm:prSet presAssocID="{0AF78B46-E833-49D3-A4BE-865CE2A4BF2D}" presName="Accent1Text" presStyleLbl="node1" presStyleIdx="1" presStyleCnt="8"/>
      <dgm:spPr/>
    </dgm:pt>
    <dgm:pt modelId="{60275D71-83E4-417E-8B8F-67A641DA89E5}" type="pres">
      <dgm:prSet presAssocID="{0AF78B46-E833-49D3-A4BE-865CE2A4BF2D}" presName="spaceBetweenRectangles" presStyleCnt="0"/>
      <dgm:spPr/>
    </dgm:pt>
    <dgm:pt modelId="{58D6D150-F79D-42B1-AE51-DB2194BD8F91}" type="pres">
      <dgm:prSet presAssocID="{D92BA2C9-8323-46D3-AE96-4DBB1DFF37A0}" presName="composite" presStyleCnt="0"/>
      <dgm:spPr/>
    </dgm:pt>
    <dgm:pt modelId="{31EEC536-BF47-45F7-B50C-C64BA9ADBD1C}" type="pres">
      <dgm:prSet presAssocID="{D92BA2C9-8323-46D3-AE96-4DBB1DFF37A0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784643EB-BA92-4444-8CD8-B845A8A8F767}" type="pres">
      <dgm:prSet presAssocID="{D92BA2C9-8323-46D3-AE96-4DBB1DFF37A0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CC27296D-A17F-4FDB-95D7-5F4EBBE4E911}" type="pres">
      <dgm:prSet presAssocID="{D92BA2C9-8323-46D3-AE96-4DBB1DFF37A0}" presName="BalanceSpacing" presStyleCnt="0"/>
      <dgm:spPr/>
    </dgm:pt>
    <dgm:pt modelId="{7D234B8B-4B52-4320-88BA-A5E0D895D9C7}" type="pres">
      <dgm:prSet presAssocID="{D92BA2C9-8323-46D3-AE96-4DBB1DFF37A0}" presName="BalanceSpacing1" presStyleCnt="0"/>
      <dgm:spPr/>
    </dgm:pt>
    <dgm:pt modelId="{7D221B08-458A-47A4-B85A-78F406F91F79}" type="pres">
      <dgm:prSet presAssocID="{9FFF2F25-0829-489F-A0E2-9E4EEFEA9DFD}" presName="Accent1Text" presStyleLbl="node1" presStyleIdx="3" presStyleCnt="8"/>
      <dgm:spPr/>
    </dgm:pt>
    <dgm:pt modelId="{8F73382C-0A8B-4368-8776-E3DC902105BD}" type="pres">
      <dgm:prSet presAssocID="{9FFF2F25-0829-489F-A0E2-9E4EEFEA9DFD}" presName="spaceBetweenRectangles" presStyleCnt="0"/>
      <dgm:spPr/>
    </dgm:pt>
    <dgm:pt modelId="{CBA023A2-9E7F-4D39-A853-8F04E0E52884}" type="pres">
      <dgm:prSet presAssocID="{5CEB5735-AF24-45DB-811F-84CE0236F75C}" presName="composite" presStyleCnt="0"/>
      <dgm:spPr/>
    </dgm:pt>
    <dgm:pt modelId="{63B00904-4E28-4387-82E4-D8BB9194392D}" type="pres">
      <dgm:prSet presAssocID="{5CEB5735-AF24-45DB-811F-84CE0236F75C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DA1B354D-5EC1-4809-836C-514A7E2123E6}" type="pres">
      <dgm:prSet presAssocID="{5CEB5735-AF24-45DB-811F-84CE0236F75C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F3AD80A-9EFE-448B-B063-C463CAB090F3}" type="pres">
      <dgm:prSet presAssocID="{5CEB5735-AF24-45DB-811F-84CE0236F75C}" presName="BalanceSpacing" presStyleCnt="0"/>
      <dgm:spPr/>
    </dgm:pt>
    <dgm:pt modelId="{534EE815-5F80-4FAA-A30A-2E46F90388B8}" type="pres">
      <dgm:prSet presAssocID="{5CEB5735-AF24-45DB-811F-84CE0236F75C}" presName="BalanceSpacing1" presStyleCnt="0"/>
      <dgm:spPr/>
    </dgm:pt>
    <dgm:pt modelId="{FC6FC7CB-B8D0-44BB-A5B4-A40CE294B288}" type="pres">
      <dgm:prSet presAssocID="{919079A5-EFA0-4F4E-80E1-97738AEFD069}" presName="Accent1Text" presStyleLbl="node1" presStyleIdx="5" presStyleCnt="8"/>
      <dgm:spPr/>
    </dgm:pt>
    <dgm:pt modelId="{43040A5B-E1FE-4C15-9C1A-712339FFF5EB}" type="pres">
      <dgm:prSet presAssocID="{919079A5-EFA0-4F4E-80E1-97738AEFD069}" presName="spaceBetweenRectangles" presStyleCnt="0"/>
      <dgm:spPr/>
    </dgm:pt>
    <dgm:pt modelId="{706276A8-9EFC-4BCB-8E49-B3AEA6C729FE}" type="pres">
      <dgm:prSet presAssocID="{7D4CFB59-8283-47FF-92CA-480C8AD27FC6}" presName="composite" presStyleCnt="0"/>
      <dgm:spPr/>
    </dgm:pt>
    <dgm:pt modelId="{22381231-9F21-4792-8B6E-6B1121EEBD2D}" type="pres">
      <dgm:prSet presAssocID="{7D4CFB59-8283-47FF-92CA-480C8AD27FC6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9C719519-ADF1-456A-B61A-65B3E06C4B7B}" type="pres">
      <dgm:prSet presAssocID="{7D4CFB59-8283-47FF-92CA-480C8AD27FC6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A36BF487-C290-4EA3-B871-03FA5806340D}" type="pres">
      <dgm:prSet presAssocID="{7D4CFB59-8283-47FF-92CA-480C8AD27FC6}" presName="BalanceSpacing" presStyleCnt="0"/>
      <dgm:spPr/>
    </dgm:pt>
    <dgm:pt modelId="{9A0A7B78-3FC1-476C-A499-BCFAC3B0DBD2}" type="pres">
      <dgm:prSet presAssocID="{7D4CFB59-8283-47FF-92CA-480C8AD27FC6}" presName="BalanceSpacing1" presStyleCnt="0"/>
      <dgm:spPr/>
    </dgm:pt>
    <dgm:pt modelId="{B90CD618-2C4E-42F3-91D5-C5B1863508B6}" type="pres">
      <dgm:prSet presAssocID="{E8815CEB-A9D9-498A-9371-411D17B48FC5}" presName="Accent1Text" presStyleLbl="node1" presStyleIdx="7" presStyleCnt="8"/>
      <dgm:spPr/>
    </dgm:pt>
  </dgm:ptLst>
  <dgm:cxnLst>
    <dgm:cxn modelId="{0FDA8605-3A65-426E-8D5D-013D6B712711}" type="presOf" srcId="{5CEB5735-AF24-45DB-811F-84CE0236F75C}" destId="{63B00904-4E28-4387-82E4-D8BB9194392D}" srcOrd="0" destOrd="0" presId="urn:microsoft.com/office/officeart/2008/layout/AlternatingHexagons"/>
    <dgm:cxn modelId="{231BF41B-83CF-4FFC-BE9E-48754149E6DF}" type="presOf" srcId="{7E1E269E-303A-478B-8661-E9D1CF1C33CF}" destId="{22BF656C-A555-4729-8042-D8E5FE146C90}" srcOrd="0" destOrd="0" presId="urn:microsoft.com/office/officeart/2008/layout/AlternatingHexagons"/>
    <dgm:cxn modelId="{17365F3B-BE23-42EB-AACF-3FD684B767B7}" srcId="{7E1E269E-303A-478B-8661-E9D1CF1C33CF}" destId="{7D4CFB59-8283-47FF-92CA-480C8AD27FC6}" srcOrd="3" destOrd="0" parTransId="{262FC617-3229-4594-8077-33303FFE7217}" sibTransId="{E8815CEB-A9D9-498A-9371-411D17B48FC5}"/>
    <dgm:cxn modelId="{B85B404B-3E5B-40B1-A568-C356D6DDEF5C}" type="presOf" srcId="{7D4CFB59-8283-47FF-92CA-480C8AD27FC6}" destId="{22381231-9F21-4792-8B6E-6B1121EEBD2D}" srcOrd="0" destOrd="0" presId="urn:microsoft.com/office/officeart/2008/layout/AlternatingHexagons"/>
    <dgm:cxn modelId="{9295546C-9AA4-43EC-A286-1AB8A218FF6D}" srcId="{7E1E269E-303A-478B-8661-E9D1CF1C33CF}" destId="{76594072-296E-49EC-ADF2-E66EAB0504A3}" srcOrd="0" destOrd="0" parTransId="{C3454C85-E66F-42AA-977C-9D6BAD1FB592}" sibTransId="{0AF78B46-E833-49D3-A4BE-865CE2A4BF2D}"/>
    <dgm:cxn modelId="{A0188A4E-34C0-4F10-B613-E808ECF722BC}" type="presOf" srcId="{919079A5-EFA0-4F4E-80E1-97738AEFD069}" destId="{FC6FC7CB-B8D0-44BB-A5B4-A40CE294B288}" srcOrd="0" destOrd="0" presId="urn:microsoft.com/office/officeart/2008/layout/AlternatingHexagons"/>
    <dgm:cxn modelId="{18323250-F7D0-4172-95C5-CB7E3B1DFC74}" type="presOf" srcId="{0AF78B46-E833-49D3-A4BE-865CE2A4BF2D}" destId="{AE6492C6-15BE-49FF-ADEE-445554F61F8D}" srcOrd="0" destOrd="0" presId="urn:microsoft.com/office/officeart/2008/layout/AlternatingHexagons"/>
    <dgm:cxn modelId="{98D76B78-123B-4168-A18A-0DB88DC5D8A1}" type="presOf" srcId="{9FFF2F25-0829-489F-A0E2-9E4EEFEA9DFD}" destId="{7D221B08-458A-47A4-B85A-78F406F91F79}" srcOrd="0" destOrd="0" presId="urn:microsoft.com/office/officeart/2008/layout/AlternatingHexagons"/>
    <dgm:cxn modelId="{0674C08A-6916-4AB3-9FFD-BBC2B2044446}" srcId="{7E1E269E-303A-478B-8661-E9D1CF1C33CF}" destId="{D92BA2C9-8323-46D3-AE96-4DBB1DFF37A0}" srcOrd="1" destOrd="0" parTransId="{85C1C872-817D-4254-A593-6491D78DECC3}" sibTransId="{9FFF2F25-0829-489F-A0E2-9E4EEFEA9DFD}"/>
    <dgm:cxn modelId="{C9D4DC91-20A5-445E-A8FD-68D944B3FE0D}" type="presOf" srcId="{D92BA2C9-8323-46D3-AE96-4DBB1DFF37A0}" destId="{31EEC536-BF47-45F7-B50C-C64BA9ADBD1C}" srcOrd="0" destOrd="0" presId="urn:microsoft.com/office/officeart/2008/layout/AlternatingHexagons"/>
    <dgm:cxn modelId="{E2B987A0-C06B-4BE5-A549-440C73095148}" type="presOf" srcId="{76594072-296E-49EC-ADF2-E66EAB0504A3}" destId="{96F139C7-3C9F-41E0-8DA1-1ED957181179}" srcOrd="0" destOrd="0" presId="urn:microsoft.com/office/officeart/2008/layout/AlternatingHexagons"/>
    <dgm:cxn modelId="{AEC13FCC-EE55-408A-B187-13971E4CDBA5}" type="presOf" srcId="{E8815CEB-A9D9-498A-9371-411D17B48FC5}" destId="{B90CD618-2C4E-42F3-91D5-C5B1863508B6}" srcOrd="0" destOrd="0" presId="urn:microsoft.com/office/officeart/2008/layout/AlternatingHexagons"/>
    <dgm:cxn modelId="{7D63BDF2-0B75-4678-8C50-A227734B3E34}" srcId="{7E1E269E-303A-478B-8661-E9D1CF1C33CF}" destId="{5CEB5735-AF24-45DB-811F-84CE0236F75C}" srcOrd="2" destOrd="0" parTransId="{2BEB00EF-3DC0-4397-9C36-DE8A36D7F75E}" sibTransId="{919079A5-EFA0-4F4E-80E1-97738AEFD069}"/>
    <dgm:cxn modelId="{BF66D0C5-7DCC-43B7-B09B-3B7C4333DBC3}" type="presParOf" srcId="{22BF656C-A555-4729-8042-D8E5FE146C90}" destId="{0DA68568-EAF3-4E67-9E99-F24E6E15CA93}" srcOrd="0" destOrd="0" presId="urn:microsoft.com/office/officeart/2008/layout/AlternatingHexagons"/>
    <dgm:cxn modelId="{A397E3A1-EF4C-4C8B-9B2B-19F0DEEB95D8}" type="presParOf" srcId="{0DA68568-EAF3-4E67-9E99-F24E6E15CA93}" destId="{96F139C7-3C9F-41E0-8DA1-1ED957181179}" srcOrd="0" destOrd="0" presId="urn:microsoft.com/office/officeart/2008/layout/AlternatingHexagons"/>
    <dgm:cxn modelId="{5C078C54-0D16-400C-A41B-2F31B5A3A587}" type="presParOf" srcId="{0DA68568-EAF3-4E67-9E99-F24E6E15CA93}" destId="{2DF02D78-F844-4699-B182-FFE1EDF5C171}" srcOrd="1" destOrd="0" presId="urn:microsoft.com/office/officeart/2008/layout/AlternatingHexagons"/>
    <dgm:cxn modelId="{81C099BF-8FD0-4127-8FED-887356D34A78}" type="presParOf" srcId="{0DA68568-EAF3-4E67-9E99-F24E6E15CA93}" destId="{205AA51F-E1D4-4491-B297-069005FFE86A}" srcOrd="2" destOrd="0" presId="urn:microsoft.com/office/officeart/2008/layout/AlternatingHexagons"/>
    <dgm:cxn modelId="{A67DCC1C-3852-4D82-910B-C439FD23DEBE}" type="presParOf" srcId="{0DA68568-EAF3-4E67-9E99-F24E6E15CA93}" destId="{F8999BBC-38CC-4376-B479-CC666A77DD75}" srcOrd="3" destOrd="0" presId="urn:microsoft.com/office/officeart/2008/layout/AlternatingHexagons"/>
    <dgm:cxn modelId="{36CBB97F-0D1C-4C9B-86F7-1FA62237836E}" type="presParOf" srcId="{0DA68568-EAF3-4E67-9E99-F24E6E15CA93}" destId="{AE6492C6-15BE-49FF-ADEE-445554F61F8D}" srcOrd="4" destOrd="0" presId="urn:microsoft.com/office/officeart/2008/layout/AlternatingHexagons"/>
    <dgm:cxn modelId="{F3A2102E-79AC-4CBE-A5AE-906C2E4B54DE}" type="presParOf" srcId="{22BF656C-A555-4729-8042-D8E5FE146C90}" destId="{60275D71-83E4-417E-8B8F-67A641DA89E5}" srcOrd="1" destOrd="0" presId="urn:microsoft.com/office/officeart/2008/layout/AlternatingHexagons"/>
    <dgm:cxn modelId="{4DF0DA35-0EAC-4600-8379-19AD820675A9}" type="presParOf" srcId="{22BF656C-A555-4729-8042-D8E5FE146C90}" destId="{58D6D150-F79D-42B1-AE51-DB2194BD8F91}" srcOrd="2" destOrd="0" presId="urn:microsoft.com/office/officeart/2008/layout/AlternatingHexagons"/>
    <dgm:cxn modelId="{66185D50-A287-44B7-935F-67EAEAE2F0D1}" type="presParOf" srcId="{58D6D150-F79D-42B1-AE51-DB2194BD8F91}" destId="{31EEC536-BF47-45F7-B50C-C64BA9ADBD1C}" srcOrd="0" destOrd="0" presId="urn:microsoft.com/office/officeart/2008/layout/AlternatingHexagons"/>
    <dgm:cxn modelId="{05F61CF3-7B75-45F3-A416-FD56517AAB90}" type="presParOf" srcId="{58D6D150-F79D-42B1-AE51-DB2194BD8F91}" destId="{784643EB-BA92-4444-8CD8-B845A8A8F767}" srcOrd="1" destOrd="0" presId="urn:microsoft.com/office/officeart/2008/layout/AlternatingHexagons"/>
    <dgm:cxn modelId="{6C7295FE-1004-40FF-957C-41112BAEDEBA}" type="presParOf" srcId="{58D6D150-F79D-42B1-AE51-DB2194BD8F91}" destId="{CC27296D-A17F-4FDB-95D7-5F4EBBE4E911}" srcOrd="2" destOrd="0" presId="urn:microsoft.com/office/officeart/2008/layout/AlternatingHexagons"/>
    <dgm:cxn modelId="{BBA39F43-EA07-4029-9061-B8CC402CC70B}" type="presParOf" srcId="{58D6D150-F79D-42B1-AE51-DB2194BD8F91}" destId="{7D234B8B-4B52-4320-88BA-A5E0D895D9C7}" srcOrd="3" destOrd="0" presId="urn:microsoft.com/office/officeart/2008/layout/AlternatingHexagons"/>
    <dgm:cxn modelId="{1DE267E6-3AF8-4A02-B3D4-D94D64881D76}" type="presParOf" srcId="{58D6D150-F79D-42B1-AE51-DB2194BD8F91}" destId="{7D221B08-458A-47A4-B85A-78F406F91F79}" srcOrd="4" destOrd="0" presId="urn:microsoft.com/office/officeart/2008/layout/AlternatingHexagons"/>
    <dgm:cxn modelId="{C31FD4DF-BA75-4A90-A679-918D8A67F419}" type="presParOf" srcId="{22BF656C-A555-4729-8042-D8E5FE146C90}" destId="{8F73382C-0A8B-4368-8776-E3DC902105BD}" srcOrd="3" destOrd="0" presId="urn:microsoft.com/office/officeart/2008/layout/AlternatingHexagons"/>
    <dgm:cxn modelId="{5E53F763-2F6F-4FBB-A742-A62BFF3FC6B4}" type="presParOf" srcId="{22BF656C-A555-4729-8042-D8E5FE146C90}" destId="{CBA023A2-9E7F-4D39-A853-8F04E0E52884}" srcOrd="4" destOrd="0" presId="urn:microsoft.com/office/officeart/2008/layout/AlternatingHexagons"/>
    <dgm:cxn modelId="{69820E3E-082B-47B5-A874-9B95BB3FD24E}" type="presParOf" srcId="{CBA023A2-9E7F-4D39-A853-8F04E0E52884}" destId="{63B00904-4E28-4387-82E4-D8BB9194392D}" srcOrd="0" destOrd="0" presId="urn:microsoft.com/office/officeart/2008/layout/AlternatingHexagons"/>
    <dgm:cxn modelId="{3390B5E0-CE41-4D76-AA76-6BD5525F01E5}" type="presParOf" srcId="{CBA023A2-9E7F-4D39-A853-8F04E0E52884}" destId="{DA1B354D-5EC1-4809-836C-514A7E2123E6}" srcOrd="1" destOrd="0" presId="urn:microsoft.com/office/officeart/2008/layout/AlternatingHexagons"/>
    <dgm:cxn modelId="{8BF1ADD4-F1F6-41E3-8E5C-C4553D13A926}" type="presParOf" srcId="{CBA023A2-9E7F-4D39-A853-8F04E0E52884}" destId="{BF3AD80A-9EFE-448B-B063-C463CAB090F3}" srcOrd="2" destOrd="0" presId="urn:microsoft.com/office/officeart/2008/layout/AlternatingHexagons"/>
    <dgm:cxn modelId="{F3FC18B2-CDCC-4339-9922-EEE35EAF3B35}" type="presParOf" srcId="{CBA023A2-9E7F-4D39-A853-8F04E0E52884}" destId="{534EE815-5F80-4FAA-A30A-2E46F90388B8}" srcOrd="3" destOrd="0" presId="urn:microsoft.com/office/officeart/2008/layout/AlternatingHexagons"/>
    <dgm:cxn modelId="{FC0640F8-71C2-49BC-8CBF-7C2445F0C7C5}" type="presParOf" srcId="{CBA023A2-9E7F-4D39-A853-8F04E0E52884}" destId="{FC6FC7CB-B8D0-44BB-A5B4-A40CE294B288}" srcOrd="4" destOrd="0" presId="urn:microsoft.com/office/officeart/2008/layout/AlternatingHexagons"/>
    <dgm:cxn modelId="{81983E02-A85F-4806-A2F3-B606E3100753}" type="presParOf" srcId="{22BF656C-A555-4729-8042-D8E5FE146C90}" destId="{43040A5B-E1FE-4C15-9C1A-712339FFF5EB}" srcOrd="5" destOrd="0" presId="urn:microsoft.com/office/officeart/2008/layout/AlternatingHexagons"/>
    <dgm:cxn modelId="{C8113941-3BE5-4E3C-882F-9015C20B8100}" type="presParOf" srcId="{22BF656C-A555-4729-8042-D8E5FE146C90}" destId="{706276A8-9EFC-4BCB-8E49-B3AEA6C729FE}" srcOrd="6" destOrd="0" presId="urn:microsoft.com/office/officeart/2008/layout/AlternatingHexagons"/>
    <dgm:cxn modelId="{D9D0B741-61F5-4BD0-8B44-EB9462009C8A}" type="presParOf" srcId="{706276A8-9EFC-4BCB-8E49-B3AEA6C729FE}" destId="{22381231-9F21-4792-8B6E-6B1121EEBD2D}" srcOrd="0" destOrd="0" presId="urn:microsoft.com/office/officeart/2008/layout/AlternatingHexagons"/>
    <dgm:cxn modelId="{19739F4B-D0A4-475A-95EB-28A1BE7306A4}" type="presParOf" srcId="{706276A8-9EFC-4BCB-8E49-B3AEA6C729FE}" destId="{9C719519-ADF1-456A-B61A-65B3E06C4B7B}" srcOrd="1" destOrd="0" presId="urn:microsoft.com/office/officeart/2008/layout/AlternatingHexagons"/>
    <dgm:cxn modelId="{D1131E6C-3406-4C1B-AB95-1656DF79A7D8}" type="presParOf" srcId="{706276A8-9EFC-4BCB-8E49-B3AEA6C729FE}" destId="{A36BF487-C290-4EA3-B871-03FA5806340D}" srcOrd="2" destOrd="0" presId="urn:microsoft.com/office/officeart/2008/layout/AlternatingHexagons"/>
    <dgm:cxn modelId="{F7404396-9F09-4DF9-B50F-F4D00DF156E7}" type="presParOf" srcId="{706276A8-9EFC-4BCB-8E49-B3AEA6C729FE}" destId="{9A0A7B78-3FC1-476C-A499-BCFAC3B0DBD2}" srcOrd="3" destOrd="0" presId="urn:microsoft.com/office/officeart/2008/layout/AlternatingHexagons"/>
    <dgm:cxn modelId="{F4824268-6214-4E5E-9CEC-C4A16A4773EC}" type="presParOf" srcId="{706276A8-9EFC-4BCB-8E49-B3AEA6C729FE}" destId="{B90CD618-2C4E-42F3-91D5-C5B1863508B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56A334-70A0-4FD3-BDA5-99477ECC05C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0A2EC8-A314-4FBB-B61C-FB4C1C34EF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Builds trees sequentially to correct previous errors.</a:t>
          </a:r>
        </a:p>
      </dgm:t>
    </dgm:pt>
    <dgm:pt modelId="{A13C080C-5708-457C-8FF9-16C20DDCDA70}" type="parTrans" cxnId="{13D593BC-28F2-4C74-9685-EC696A2B87AD}">
      <dgm:prSet/>
      <dgm:spPr/>
      <dgm:t>
        <a:bodyPr/>
        <a:lstStyle/>
        <a:p>
          <a:endParaRPr lang="en-US"/>
        </a:p>
      </dgm:t>
    </dgm:pt>
    <dgm:pt modelId="{AA7C2208-282E-4F57-8288-4A4D9ACE450A}" type="sibTrans" cxnId="{13D593BC-28F2-4C74-9685-EC696A2B87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173052-70A2-45E7-B56E-D808333636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mixed feature interactions effectively.</a:t>
          </a:r>
        </a:p>
      </dgm:t>
    </dgm:pt>
    <dgm:pt modelId="{CB8CDC53-A8E7-4B05-808B-342C8DB6866D}" type="parTrans" cxnId="{07C925B0-4FA0-4240-8D50-37445A788D7E}">
      <dgm:prSet/>
      <dgm:spPr/>
      <dgm:t>
        <a:bodyPr/>
        <a:lstStyle/>
        <a:p>
          <a:endParaRPr lang="en-US"/>
        </a:p>
      </dgm:t>
    </dgm:pt>
    <dgm:pt modelId="{0802EA69-AFDD-4E8B-9A50-80C827F9B602}" type="sibTrans" cxnId="{07C925B0-4FA0-4240-8D50-37445A788D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1B2C03-1A6A-4B7B-9966-70C202E625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bias while maintaining strong predictive power.</a:t>
          </a:r>
        </a:p>
      </dgm:t>
    </dgm:pt>
    <dgm:pt modelId="{64E51051-4CDD-4EE8-A558-574E7F4D5E88}" type="parTrans" cxnId="{812C26A3-46DF-4F93-B5C9-6BDE3B88CE7D}">
      <dgm:prSet/>
      <dgm:spPr/>
      <dgm:t>
        <a:bodyPr/>
        <a:lstStyle/>
        <a:p>
          <a:endParaRPr lang="en-US"/>
        </a:p>
      </dgm:t>
    </dgm:pt>
    <dgm:pt modelId="{93637C69-2BEA-4DF6-B60B-5BD8FCA9E5A7}" type="sibTrans" cxnId="{812C26A3-46DF-4F93-B5C9-6BDE3B88CE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B8898F-1E2D-4953-9433-8ECF47006D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Works well with structured socioeconomic survey data.</a:t>
          </a:r>
        </a:p>
      </dgm:t>
    </dgm:pt>
    <dgm:pt modelId="{4895ADC9-262E-4239-8291-69504C56A14E}" type="parTrans" cxnId="{F09B4DD0-0D79-4040-9585-81B66E44EDDB}">
      <dgm:prSet/>
      <dgm:spPr/>
      <dgm:t>
        <a:bodyPr/>
        <a:lstStyle/>
        <a:p>
          <a:endParaRPr lang="en-US"/>
        </a:p>
      </dgm:t>
    </dgm:pt>
    <dgm:pt modelId="{BCF19A1C-F122-4DCF-9E3B-4E1F09323274}" type="sibTrans" cxnId="{F09B4DD0-0D79-4040-9585-81B66E44EDDB}">
      <dgm:prSet/>
      <dgm:spPr/>
      <dgm:t>
        <a:bodyPr/>
        <a:lstStyle/>
        <a:p>
          <a:endParaRPr lang="en-US"/>
        </a:p>
      </dgm:t>
    </dgm:pt>
    <dgm:pt modelId="{117DA46E-FB2F-4FE1-BE32-9F00444A5D73}" type="pres">
      <dgm:prSet presAssocID="{A156A334-70A0-4FD3-BDA5-99477ECC05CA}" presName="root" presStyleCnt="0">
        <dgm:presLayoutVars>
          <dgm:dir/>
          <dgm:resizeHandles val="exact"/>
        </dgm:presLayoutVars>
      </dgm:prSet>
      <dgm:spPr/>
    </dgm:pt>
    <dgm:pt modelId="{9CD209D0-AA49-443A-BE9D-80E003224448}" type="pres">
      <dgm:prSet presAssocID="{A156A334-70A0-4FD3-BDA5-99477ECC05CA}" presName="container" presStyleCnt="0">
        <dgm:presLayoutVars>
          <dgm:dir/>
          <dgm:resizeHandles val="exact"/>
        </dgm:presLayoutVars>
      </dgm:prSet>
      <dgm:spPr/>
    </dgm:pt>
    <dgm:pt modelId="{7A83C97E-D924-49E1-9011-DF18B3925775}" type="pres">
      <dgm:prSet presAssocID="{5C0A2EC8-A314-4FBB-B61C-FB4C1C34EFEA}" presName="compNode" presStyleCnt="0"/>
      <dgm:spPr/>
    </dgm:pt>
    <dgm:pt modelId="{705547DC-7BCB-4674-957B-43915A368EE3}" type="pres">
      <dgm:prSet presAssocID="{5C0A2EC8-A314-4FBB-B61C-FB4C1C34EFEA}" presName="iconBgRect" presStyleLbl="bgShp" presStyleIdx="0" presStyleCnt="4"/>
      <dgm:spPr/>
    </dgm:pt>
    <dgm:pt modelId="{9F38E313-FC4F-4F7B-84B9-E592D34A38B6}" type="pres">
      <dgm:prSet presAssocID="{5C0A2EC8-A314-4FBB-B61C-FB4C1C34EFE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165E5368-547B-44CD-8FA7-3D14DF72D27D}" type="pres">
      <dgm:prSet presAssocID="{5C0A2EC8-A314-4FBB-B61C-FB4C1C34EFEA}" presName="spaceRect" presStyleCnt="0"/>
      <dgm:spPr/>
    </dgm:pt>
    <dgm:pt modelId="{A014D781-0BBD-46C7-AAC8-4E6E02D954C0}" type="pres">
      <dgm:prSet presAssocID="{5C0A2EC8-A314-4FBB-B61C-FB4C1C34EFEA}" presName="textRect" presStyleLbl="revTx" presStyleIdx="0" presStyleCnt="4">
        <dgm:presLayoutVars>
          <dgm:chMax val="1"/>
          <dgm:chPref val="1"/>
        </dgm:presLayoutVars>
      </dgm:prSet>
      <dgm:spPr/>
    </dgm:pt>
    <dgm:pt modelId="{48B6E0C7-8D7F-46E9-914A-340FD73FE59F}" type="pres">
      <dgm:prSet presAssocID="{AA7C2208-282E-4F57-8288-4A4D9ACE450A}" presName="sibTrans" presStyleLbl="sibTrans2D1" presStyleIdx="0" presStyleCnt="0"/>
      <dgm:spPr/>
    </dgm:pt>
    <dgm:pt modelId="{2C34B95C-2644-445C-9952-2E3C40B514A2}" type="pres">
      <dgm:prSet presAssocID="{89173052-70A2-45E7-B56E-D80833363630}" presName="compNode" presStyleCnt="0"/>
      <dgm:spPr/>
    </dgm:pt>
    <dgm:pt modelId="{ACCC02FE-966F-4092-8A7E-820C78DC09C3}" type="pres">
      <dgm:prSet presAssocID="{89173052-70A2-45E7-B56E-D80833363630}" presName="iconBgRect" presStyleLbl="bgShp" presStyleIdx="1" presStyleCnt="4"/>
      <dgm:spPr/>
    </dgm:pt>
    <dgm:pt modelId="{A36CA88C-CFC8-4DE7-AB15-2333EE16F928}" type="pres">
      <dgm:prSet presAssocID="{89173052-70A2-45E7-B56E-D8083336363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1E8FEF-EDB2-4429-A4A2-363F3D5C3A3D}" type="pres">
      <dgm:prSet presAssocID="{89173052-70A2-45E7-B56E-D80833363630}" presName="spaceRect" presStyleCnt="0"/>
      <dgm:spPr/>
    </dgm:pt>
    <dgm:pt modelId="{AFBABCDD-494C-4D90-B0ED-E80FCA5F6EA3}" type="pres">
      <dgm:prSet presAssocID="{89173052-70A2-45E7-B56E-D80833363630}" presName="textRect" presStyleLbl="revTx" presStyleIdx="1" presStyleCnt="4">
        <dgm:presLayoutVars>
          <dgm:chMax val="1"/>
          <dgm:chPref val="1"/>
        </dgm:presLayoutVars>
      </dgm:prSet>
      <dgm:spPr/>
    </dgm:pt>
    <dgm:pt modelId="{2D21ACA5-9971-4659-A252-BF588C970956}" type="pres">
      <dgm:prSet presAssocID="{0802EA69-AFDD-4E8B-9A50-80C827F9B602}" presName="sibTrans" presStyleLbl="sibTrans2D1" presStyleIdx="0" presStyleCnt="0"/>
      <dgm:spPr/>
    </dgm:pt>
    <dgm:pt modelId="{17DC5F37-FB37-4B56-9DF5-2F34AA15309A}" type="pres">
      <dgm:prSet presAssocID="{851B2C03-1A6A-4B7B-9966-70C202E625BC}" presName="compNode" presStyleCnt="0"/>
      <dgm:spPr/>
    </dgm:pt>
    <dgm:pt modelId="{C55E4CDE-A0C4-4C85-A60C-13CB816230DA}" type="pres">
      <dgm:prSet presAssocID="{851B2C03-1A6A-4B7B-9966-70C202E625BC}" presName="iconBgRect" presStyleLbl="bgShp" presStyleIdx="2" presStyleCnt="4"/>
      <dgm:spPr/>
    </dgm:pt>
    <dgm:pt modelId="{48E6B3A0-98D3-408E-830B-E139BA9B2DC4}" type="pres">
      <dgm:prSet presAssocID="{851B2C03-1A6A-4B7B-9966-70C202E625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371BA6E-8DFF-4F67-A604-309B688AD562}" type="pres">
      <dgm:prSet presAssocID="{851B2C03-1A6A-4B7B-9966-70C202E625BC}" presName="spaceRect" presStyleCnt="0"/>
      <dgm:spPr/>
    </dgm:pt>
    <dgm:pt modelId="{E6776296-1F77-42BF-9862-642C4CC05A23}" type="pres">
      <dgm:prSet presAssocID="{851B2C03-1A6A-4B7B-9966-70C202E625BC}" presName="textRect" presStyleLbl="revTx" presStyleIdx="2" presStyleCnt="4">
        <dgm:presLayoutVars>
          <dgm:chMax val="1"/>
          <dgm:chPref val="1"/>
        </dgm:presLayoutVars>
      </dgm:prSet>
      <dgm:spPr/>
    </dgm:pt>
    <dgm:pt modelId="{CAB7772C-BAF4-4E5B-98FF-FBCE5AB0FB48}" type="pres">
      <dgm:prSet presAssocID="{93637C69-2BEA-4DF6-B60B-5BD8FCA9E5A7}" presName="sibTrans" presStyleLbl="sibTrans2D1" presStyleIdx="0" presStyleCnt="0"/>
      <dgm:spPr/>
    </dgm:pt>
    <dgm:pt modelId="{A47BECD8-E79A-4ECF-9E09-BB7EE4B2B4D8}" type="pres">
      <dgm:prSet presAssocID="{18B8898F-1E2D-4953-9433-8ECF47006DCA}" presName="compNode" presStyleCnt="0"/>
      <dgm:spPr/>
    </dgm:pt>
    <dgm:pt modelId="{8AC461A3-CBDB-4E76-989D-EF6054832426}" type="pres">
      <dgm:prSet presAssocID="{18B8898F-1E2D-4953-9433-8ECF47006DCA}" presName="iconBgRect" presStyleLbl="bgShp" presStyleIdx="3" presStyleCnt="4"/>
      <dgm:spPr/>
    </dgm:pt>
    <dgm:pt modelId="{1349D4D5-0AD5-4F9F-9602-BFEEBCBB510A}" type="pres">
      <dgm:prSet presAssocID="{18B8898F-1E2D-4953-9433-8ECF47006DC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375F97F-C85D-46D3-A8F0-E4D611D83317}" type="pres">
      <dgm:prSet presAssocID="{18B8898F-1E2D-4953-9433-8ECF47006DCA}" presName="spaceRect" presStyleCnt="0"/>
      <dgm:spPr/>
    </dgm:pt>
    <dgm:pt modelId="{C67EE4C9-9FDE-41B5-BAC2-D461FDC87F5A}" type="pres">
      <dgm:prSet presAssocID="{18B8898F-1E2D-4953-9433-8ECF47006D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144B60B-DCCD-43E2-911A-BD85F178FFCA}" type="presOf" srcId="{851B2C03-1A6A-4B7B-9966-70C202E625BC}" destId="{E6776296-1F77-42BF-9862-642C4CC05A23}" srcOrd="0" destOrd="0" presId="urn:microsoft.com/office/officeart/2018/2/layout/IconCircleList"/>
    <dgm:cxn modelId="{B45B6D15-0108-4EBE-9F47-1122E45F11FC}" type="presOf" srcId="{93637C69-2BEA-4DF6-B60B-5BD8FCA9E5A7}" destId="{CAB7772C-BAF4-4E5B-98FF-FBCE5AB0FB48}" srcOrd="0" destOrd="0" presId="urn:microsoft.com/office/officeart/2018/2/layout/IconCircleList"/>
    <dgm:cxn modelId="{B5F45417-8F40-4205-B0E4-B258898AC612}" type="presOf" srcId="{5C0A2EC8-A314-4FBB-B61C-FB4C1C34EFEA}" destId="{A014D781-0BBD-46C7-AAC8-4E6E02D954C0}" srcOrd="0" destOrd="0" presId="urn:microsoft.com/office/officeart/2018/2/layout/IconCircleList"/>
    <dgm:cxn modelId="{76CF2450-3140-4768-9012-A19269E6913F}" type="presOf" srcId="{A156A334-70A0-4FD3-BDA5-99477ECC05CA}" destId="{117DA46E-FB2F-4FE1-BE32-9F00444A5D73}" srcOrd="0" destOrd="0" presId="urn:microsoft.com/office/officeart/2018/2/layout/IconCircleList"/>
    <dgm:cxn modelId="{07BEB789-0F04-43E4-8968-6B79D5BDFB27}" type="presOf" srcId="{18B8898F-1E2D-4953-9433-8ECF47006DCA}" destId="{C67EE4C9-9FDE-41B5-BAC2-D461FDC87F5A}" srcOrd="0" destOrd="0" presId="urn:microsoft.com/office/officeart/2018/2/layout/IconCircleList"/>
    <dgm:cxn modelId="{812C26A3-46DF-4F93-B5C9-6BDE3B88CE7D}" srcId="{A156A334-70A0-4FD3-BDA5-99477ECC05CA}" destId="{851B2C03-1A6A-4B7B-9966-70C202E625BC}" srcOrd="2" destOrd="0" parTransId="{64E51051-4CDD-4EE8-A558-574E7F4D5E88}" sibTransId="{93637C69-2BEA-4DF6-B60B-5BD8FCA9E5A7}"/>
    <dgm:cxn modelId="{07C925B0-4FA0-4240-8D50-37445A788D7E}" srcId="{A156A334-70A0-4FD3-BDA5-99477ECC05CA}" destId="{89173052-70A2-45E7-B56E-D80833363630}" srcOrd="1" destOrd="0" parTransId="{CB8CDC53-A8E7-4B05-808B-342C8DB6866D}" sibTransId="{0802EA69-AFDD-4E8B-9A50-80C827F9B602}"/>
    <dgm:cxn modelId="{13D593BC-28F2-4C74-9685-EC696A2B87AD}" srcId="{A156A334-70A0-4FD3-BDA5-99477ECC05CA}" destId="{5C0A2EC8-A314-4FBB-B61C-FB4C1C34EFEA}" srcOrd="0" destOrd="0" parTransId="{A13C080C-5708-457C-8FF9-16C20DDCDA70}" sibTransId="{AA7C2208-282E-4F57-8288-4A4D9ACE450A}"/>
    <dgm:cxn modelId="{F09B4DD0-0D79-4040-9585-81B66E44EDDB}" srcId="{A156A334-70A0-4FD3-BDA5-99477ECC05CA}" destId="{18B8898F-1E2D-4953-9433-8ECF47006DCA}" srcOrd="3" destOrd="0" parTransId="{4895ADC9-262E-4239-8291-69504C56A14E}" sibTransId="{BCF19A1C-F122-4DCF-9E3B-4E1F09323274}"/>
    <dgm:cxn modelId="{00D647EA-ABE6-4C1E-856E-6B7538FA0DB8}" type="presOf" srcId="{AA7C2208-282E-4F57-8288-4A4D9ACE450A}" destId="{48B6E0C7-8D7F-46E9-914A-340FD73FE59F}" srcOrd="0" destOrd="0" presId="urn:microsoft.com/office/officeart/2018/2/layout/IconCircleList"/>
    <dgm:cxn modelId="{E05FE0F6-DD90-449F-A36C-906F2F50BE83}" type="presOf" srcId="{0802EA69-AFDD-4E8B-9A50-80C827F9B602}" destId="{2D21ACA5-9971-4659-A252-BF588C970956}" srcOrd="0" destOrd="0" presId="urn:microsoft.com/office/officeart/2018/2/layout/IconCircleList"/>
    <dgm:cxn modelId="{1B3766F9-9111-4DE9-A469-9CC8C21AAE14}" type="presOf" srcId="{89173052-70A2-45E7-B56E-D80833363630}" destId="{AFBABCDD-494C-4D90-B0ED-E80FCA5F6EA3}" srcOrd="0" destOrd="0" presId="urn:microsoft.com/office/officeart/2018/2/layout/IconCircleList"/>
    <dgm:cxn modelId="{9D2333B8-BD08-4C14-8487-F339199463B0}" type="presParOf" srcId="{117DA46E-FB2F-4FE1-BE32-9F00444A5D73}" destId="{9CD209D0-AA49-443A-BE9D-80E003224448}" srcOrd="0" destOrd="0" presId="urn:microsoft.com/office/officeart/2018/2/layout/IconCircleList"/>
    <dgm:cxn modelId="{8280B2AC-0182-4AE2-B0FE-23D49E7C0971}" type="presParOf" srcId="{9CD209D0-AA49-443A-BE9D-80E003224448}" destId="{7A83C97E-D924-49E1-9011-DF18B3925775}" srcOrd="0" destOrd="0" presId="urn:microsoft.com/office/officeart/2018/2/layout/IconCircleList"/>
    <dgm:cxn modelId="{6BE304F4-7117-4D23-B71A-9FEABF098564}" type="presParOf" srcId="{7A83C97E-D924-49E1-9011-DF18B3925775}" destId="{705547DC-7BCB-4674-957B-43915A368EE3}" srcOrd="0" destOrd="0" presId="urn:microsoft.com/office/officeart/2018/2/layout/IconCircleList"/>
    <dgm:cxn modelId="{464D5C93-FA33-4D52-AE71-B227DEE133B3}" type="presParOf" srcId="{7A83C97E-D924-49E1-9011-DF18B3925775}" destId="{9F38E313-FC4F-4F7B-84B9-E592D34A38B6}" srcOrd="1" destOrd="0" presId="urn:microsoft.com/office/officeart/2018/2/layout/IconCircleList"/>
    <dgm:cxn modelId="{61D5DD51-2C30-4289-ABEB-29B68DDABBFA}" type="presParOf" srcId="{7A83C97E-D924-49E1-9011-DF18B3925775}" destId="{165E5368-547B-44CD-8FA7-3D14DF72D27D}" srcOrd="2" destOrd="0" presId="urn:microsoft.com/office/officeart/2018/2/layout/IconCircleList"/>
    <dgm:cxn modelId="{39E0D426-39A6-43BA-B209-5828347E343C}" type="presParOf" srcId="{7A83C97E-D924-49E1-9011-DF18B3925775}" destId="{A014D781-0BBD-46C7-AAC8-4E6E02D954C0}" srcOrd="3" destOrd="0" presId="urn:microsoft.com/office/officeart/2018/2/layout/IconCircleList"/>
    <dgm:cxn modelId="{7EE15E03-5DE4-4CAD-8708-311ECE3B2F69}" type="presParOf" srcId="{9CD209D0-AA49-443A-BE9D-80E003224448}" destId="{48B6E0C7-8D7F-46E9-914A-340FD73FE59F}" srcOrd="1" destOrd="0" presId="urn:microsoft.com/office/officeart/2018/2/layout/IconCircleList"/>
    <dgm:cxn modelId="{BC13274E-B6A5-4397-882B-9FF61247A264}" type="presParOf" srcId="{9CD209D0-AA49-443A-BE9D-80E003224448}" destId="{2C34B95C-2644-445C-9952-2E3C40B514A2}" srcOrd="2" destOrd="0" presId="urn:microsoft.com/office/officeart/2018/2/layout/IconCircleList"/>
    <dgm:cxn modelId="{43913B8B-1488-4226-B0CF-0B21846A735F}" type="presParOf" srcId="{2C34B95C-2644-445C-9952-2E3C40B514A2}" destId="{ACCC02FE-966F-4092-8A7E-820C78DC09C3}" srcOrd="0" destOrd="0" presId="urn:microsoft.com/office/officeart/2018/2/layout/IconCircleList"/>
    <dgm:cxn modelId="{8E025421-0A6C-4A0F-92FE-360707547697}" type="presParOf" srcId="{2C34B95C-2644-445C-9952-2E3C40B514A2}" destId="{A36CA88C-CFC8-4DE7-AB15-2333EE16F928}" srcOrd="1" destOrd="0" presId="urn:microsoft.com/office/officeart/2018/2/layout/IconCircleList"/>
    <dgm:cxn modelId="{DDFA9DD3-2D24-48F8-8211-CCAD25706972}" type="presParOf" srcId="{2C34B95C-2644-445C-9952-2E3C40B514A2}" destId="{801E8FEF-EDB2-4429-A4A2-363F3D5C3A3D}" srcOrd="2" destOrd="0" presId="urn:microsoft.com/office/officeart/2018/2/layout/IconCircleList"/>
    <dgm:cxn modelId="{062BCA76-622D-44B3-B248-A26191A2BF40}" type="presParOf" srcId="{2C34B95C-2644-445C-9952-2E3C40B514A2}" destId="{AFBABCDD-494C-4D90-B0ED-E80FCA5F6EA3}" srcOrd="3" destOrd="0" presId="urn:microsoft.com/office/officeart/2018/2/layout/IconCircleList"/>
    <dgm:cxn modelId="{4D6B807B-5A5F-4DCD-BE4F-415D1E4C6979}" type="presParOf" srcId="{9CD209D0-AA49-443A-BE9D-80E003224448}" destId="{2D21ACA5-9971-4659-A252-BF588C970956}" srcOrd="3" destOrd="0" presId="urn:microsoft.com/office/officeart/2018/2/layout/IconCircleList"/>
    <dgm:cxn modelId="{43C241A8-FE51-493E-BA77-3B0B8ED567DD}" type="presParOf" srcId="{9CD209D0-AA49-443A-BE9D-80E003224448}" destId="{17DC5F37-FB37-4B56-9DF5-2F34AA15309A}" srcOrd="4" destOrd="0" presId="urn:microsoft.com/office/officeart/2018/2/layout/IconCircleList"/>
    <dgm:cxn modelId="{58FF15CC-C5A0-4CFA-B828-6924A1344297}" type="presParOf" srcId="{17DC5F37-FB37-4B56-9DF5-2F34AA15309A}" destId="{C55E4CDE-A0C4-4C85-A60C-13CB816230DA}" srcOrd="0" destOrd="0" presId="urn:microsoft.com/office/officeart/2018/2/layout/IconCircleList"/>
    <dgm:cxn modelId="{0234F21A-82F6-4FAE-B73D-50700DE97ADE}" type="presParOf" srcId="{17DC5F37-FB37-4B56-9DF5-2F34AA15309A}" destId="{48E6B3A0-98D3-408E-830B-E139BA9B2DC4}" srcOrd="1" destOrd="0" presId="urn:microsoft.com/office/officeart/2018/2/layout/IconCircleList"/>
    <dgm:cxn modelId="{D224A661-4669-4B52-BA50-D17D5C5476C7}" type="presParOf" srcId="{17DC5F37-FB37-4B56-9DF5-2F34AA15309A}" destId="{5371BA6E-8DFF-4F67-A604-309B688AD562}" srcOrd="2" destOrd="0" presId="urn:microsoft.com/office/officeart/2018/2/layout/IconCircleList"/>
    <dgm:cxn modelId="{5CAAC4B9-9501-45BA-BAB6-43DE6E1CDAF2}" type="presParOf" srcId="{17DC5F37-FB37-4B56-9DF5-2F34AA15309A}" destId="{E6776296-1F77-42BF-9862-642C4CC05A23}" srcOrd="3" destOrd="0" presId="urn:microsoft.com/office/officeart/2018/2/layout/IconCircleList"/>
    <dgm:cxn modelId="{313ACCEC-0F4A-4A1A-8DAE-1B2EF69E58F6}" type="presParOf" srcId="{9CD209D0-AA49-443A-BE9D-80E003224448}" destId="{CAB7772C-BAF4-4E5B-98FF-FBCE5AB0FB48}" srcOrd="5" destOrd="0" presId="urn:microsoft.com/office/officeart/2018/2/layout/IconCircleList"/>
    <dgm:cxn modelId="{8EEA7267-0B06-412B-8408-DB73D2D8DE93}" type="presParOf" srcId="{9CD209D0-AA49-443A-BE9D-80E003224448}" destId="{A47BECD8-E79A-4ECF-9E09-BB7EE4B2B4D8}" srcOrd="6" destOrd="0" presId="urn:microsoft.com/office/officeart/2018/2/layout/IconCircleList"/>
    <dgm:cxn modelId="{85263FB2-B869-4727-A9DB-14DE1EF7A31B}" type="presParOf" srcId="{A47BECD8-E79A-4ECF-9E09-BB7EE4B2B4D8}" destId="{8AC461A3-CBDB-4E76-989D-EF6054832426}" srcOrd="0" destOrd="0" presId="urn:microsoft.com/office/officeart/2018/2/layout/IconCircleList"/>
    <dgm:cxn modelId="{66366BB3-5517-4B9E-9E44-5A59CE26018D}" type="presParOf" srcId="{A47BECD8-E79A-4ECF-9E09-BB7EE4B2B4D8}" destId="{1349D4D5-0AD5-4F9F-9602-BFEEBCBB510A}" srcOrd="1" destOrd="0" presId="urn:microsoft.com/office/officeart/2018/2/layout/IconCircleList"/>
    <dgm:cxn modelId="{CC803503-1652-4723-A94E-0ADD00B6C88D}" type="presParOf" srcId="{A47BECD8-E79A-4ECF-9E09-BB7EE4B2B4D8}" destId="{D375F97F-C85D-46D3-A8F0-E4D611D83317}" srcOrd="2" destOrd="0" presId="urn:microsoft.com/office/officeart/2018/2/layout/IconCircleList"/>
    <dgm:cxn modelId="{FC26B7BD-30A2-4F13-B7B6-82D08CFFB189}" type="presParOf" srcId="{A47BECD8-E79A-4ECF-9E09-BB7EE4B2B4D8}" destId="{C67EE4C9-9FDE-41B5-BAC2-D461FDC87F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BB020-8B39-4069-B5FF-E3BA04F40732}">
      <dsp:nvSpPr>
        <dsp:cNvPr id="0" name=""/>
        <dsp:cNvSpPr/>
      </dsp:nvSpPr>
      <dsp:spPr>
        <a:xfrm>
          <a:off x="2310" y="892539"/>
          <a:ext cx="1833041" cy="256625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Predict individuals at risk of financial exclusion in Kenya.</a:t>
          </a:r>
        </a:p>
      </dsp:txBody>
      <dsp:txXfrm>
        <a:off x="2310" y="1867718"/>
        <a:ext cx="1833041" cy="1539754"/>
      </dsp:txXfrm>
    </dsp:sp>
    <dsp:sp modelId="{0B62AEEE-DEA3-4C95-9E78-8F0810281611}">
      <dsp:nvSpPr>
        <dsp:cNvPr id="0" name=""/>
        <dsp:cNvSpPr/>
      </dsp:nvSpPr>
      <dsp:spPr>
        <a:xfrm>
          <a:off x="533892" y="1149165"/>
          <a:ext cx="769877" cy="76987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6638" y="1261911"/>
        <a:ext cx="544385" cy="544385"/>
      </dsp:txXfrm>
    </dsp:sp>
    <dsp:sp modelId="{D443D8DD-6A45-4EB3-A55C-6FD67521D2CA}">
      <dsp:nvSpPr>
        <dsp:cNvPr id="0" name=""/>
        <dsp:cNvSpPr/>
      </dsp:nvSpPr>
      <dsp:spPr>
        <a:xfrm>
          <a:off x="2310" y="3458726"/>
          <a:ext cx="1833041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6C0826-ED9A-4A54-AD1C-093743E6EEFD}">
      <dsp:nvSpPr>
        <dsp:cNvPr id="0" name=""/>
        <dsp:cNvSpPr/>
      </dsp:nvSpPr>
      <dsp:spPr>
        <a:xfrm>
          <a:off x="2018656" y="892539"/>
          <a:ext cx="1833041" cy="256625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machine learning to support financial inclusion policies.</a:t>
          </a:r>
        </a:p>
      </dsp:txBody>
      <dsp:txXfrm>
        <a:off x="2018656" y="1867718"/>
        <a:ext cx="1833041" cy="1539754"/>
      </dsp:txXfrm>
    </dsp:sp>
    <dsp:sp modelId="{4724B972-EB8E-41F8-A243-D9AA6943094E}">
      <dsp:nvSpPr>
        <dsp:cNvPr id="0" name=""/>
        <dsp:cNvSpPr/>
      </dsp:nvSpPr>
      <dsp:spPr>
        <a:xfrm>
          <a:off x="2550238" y="1149165"/>
          <a:ext cx="769877" cy="76987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662984" y="1261911"/>
        <a:ext cx="544385" cy="544385"/>
      </dsp:txXfrm>
    </dsp:sp>
    <dsp:sp modelId="{403FD177-B0D2-48D9-AEEB-1E3AA073C107}">
      <dsp:nvSpPr>
        <dsp:cNvPr id="0" name=""/>
        <dsp:cNvSpPr/>
      </dsp:nvSpPr>
      <dsp:spPr>
        <a:xfrm>
          <a:off x="2018656" y="3458726"/>
          <a:ext cx="1833041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168ED1-5845-4119-86FD-3B9ECB373799}">
      <dsp:nvSpPr>
        <dsp:cNvPr id="0" name=""/>
        <dsp:cNvSpPr/>
      </dsp:nvSpPr>
      <dsp:spPr>
        <a:xfrm>
          <a:off x="4035002" y="892539"/>
          <a:ext cx="1833041" cy="256625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 transparent and explainable predictions.</a:t>
          </a:r>
        </a:p>
      </dsp:txBody>
      <dsp:txXfrm>
        <a:off x="4035002" y="1867718"/>
        <a:ext cx="1833041" cy="1539754"/>
      </dsp:txXfrm>
    </dsp:sp>
    <dsp:sp modelId="{2782B6B2-5071-4ED4-A22E-ED5E44652DD6}">
      <dsp:nvSpPr>
        <dsp:cNvPr id="0" name=""/>
        <dsp:cNvSpPr/>
      </dsp:nvSpPr>
      <dsp:spPr>
        <a:xfrm>
          <a:off x="4566584" y="1149165"/>
          <a:ext cx="769877" cy="76987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679330" y="1261911"/>
        <a:ext cx="544385" cy="544385"/>
      </dsp:txXfrm>
    </dsp:sp>
    <dsp:sp modelId="{B3409B1B-F176-43F6-B20E-5D839FB620FE}">
      <dsp:nvSpPr>
        <dsp:cNvPr id="0" name=""/>
        <dsp:cNvSpPr/>
      </dsp:nvSpPr>
      <dsp:spPr>
        <a:xfrm>
          <a:off x="4035002" y="3458726"/>
          <a:ext cx="1833041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FF0C39-444B-4342-B250-54ABEBEB0685}">
      <dsp:nvSpPr>
        <dsp:cNvPr id="0" name=""/>
        <dsp:cNvSpPr/>
      </dsp:nvSpPr>
      <dsp:spPr>
        <a:xfrm>
          <a:off x="6051347" y="892539"/>
          <a:ext cx="1833041" cy="2566258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Enable targeted interventions for vulnerable groups.</a:t>
          </a:r>
        </a:p>
      </dsp:txBody>
      <dsp:txXfrm>
        <a:off x="6051347" y="1867718"/>
        <a:ext cx="1833041" cy="1539754"/>
      </dsp:txXfrm>
    </dsp:sp>
    <dsp:sp modelId="{7BC5105E-E954-4877-8E0D-0837768230B1}">
      <dsp:nvSpPr>
        <dsp:cNvPr id="0" name=""/>
        <dsp:cNvSpPr/>
      </dsp:nvSpPr>
      <dsp:spPr>
        <a:xfrm>
          <a:off x="6582929" y="1149165"/>
          <a:ext cx="769877" cy="76987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695675" y="1261911"/>
        <a:ext cx="544385" cy="544385"/>
      </dsp:txXfrm>
    </dsp:sp>
    <dsp:sp modelId="{E3C44A68-A614-40A4-ADC0-E241D4A78EA2}">
      <dsp:nvSpPr>
        <dsp:cNvPr id="0" name=""/>
        <dsp:cNvSpPr/>
      </dsp:nvSpPr>
      <dsp:spPr>
        <a:xfrm>
          <a:off x="6051347" y="3458726"/>
          <a:ext cx="1833041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05DBC-7CAC-4ACA-9FBB-9B471035CCD6}">
      <dsp:nvSpPr>
        <dsp:cNvPr id="0" name=""/>
        <dsp:cNvSpPr/>
      </dsp:nvSpPr>
      <dsp:spPr>
        <a:xfrm>
          <a:off x="0" y="511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6460D-4253-4D0F-A888-8D6EC59C2287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41805-7B3F-46D7-8B00-A9832ADEFC40}">
      <dsp:nvSpPr>
        <dsp:cNvPr id="0" name=""/>
        <dsp:cNvSpPr/>
      </dsp:nvSpPr>
      <dsp:spPr>
        <a:xfrm>
          <a:off x="1383287" y="51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Millions remain outside formal financial systems.</a:t>
          </a:r>
        </a:p>
      </dsp:txBody>
      <dsp:txXfrm>
        <a:off x="1383287" y="511"/>
        <a:ext cx="6812583" cy="1197651"/>
      </dsp:txXfrm>
    </dsp:sp>
    <dsp:sp modelId="{BCBFDAC9-4599-4E59-B7C8-E23856BACD65}">
      <dsp:nvSpPr>
        <dsp:cNvPr id="0" name=""/>
        <dsp:cNvSpPr/>
      </dsp:nvSpPr>
      <dsp:spPr>
        <a:xfrm>
          <a:off x="0" y="1497576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1C397-ACB0-484D-ADCD-6961CBFFF61E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8910D-ECA2-4551-978A-9E9552EE34C4}">
      <dsp:nvSpPr>
        <dsp:cNvPr id="0" name=""/>
        <dsp:cNvSpPr/>
      </dsp:nvSpPr>
      <dsp:spPr>
        <a:xfrm>
          <a:off x="1383287" y="1497576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Financial exclusion limits economic growth and resilience.</a:t>
          </a:r>
        </a:p>
      </dsp:txBody>
      <dsp:txXfrm>
        <a:off x="1383287" y="1497576"/>
        <a:ext cx="6812583" cy="1197651"/>
      </dsp:txXfrm>
    </dsp:sp>
    <dsp:sp modelId="{4E59A8B7-3C20-4FFC-8CB2-5EEA23678C2E}">
      <dsp:nvSpPr>
        <dsp:cNvPr id="0" name=""/>
        <dsp:cNvSpPr/>
      </dsp:nvSpPr>
      <dsp:spPr>
        <a:xfrm>
          <a:off x="0" y="2994641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AD5CD-7E91-4137-BD45-1F4598C332D9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E773A-2874-4B02-AE9D-B589D2C869B5}">
      <dsp:nvSpPr>
        <dsp:cNvPr id="0" name=""/>
        <dsp:cNvSpPr/>
      </dsp:nvSpPr>
      <dsp:spPr>
        <a:xfrm>
          <a:off x="1383287" y="299464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Manual identification of high-risk groups is inefficient.</a:t>
          </a:r>
        </a:p>
      </dsp:txBody>
      <dsp:txXfrm>
        <a:off x="1383287" y="2994641"/>
        <a:ext cx="6812583" cy="11976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792B-157E-44D0-AE4C-96C4F85F8EBB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Missing categorical values filled using most frequent category.</a:t>
          </a:r>
        </a:p>
      </dsp:txBody>
      <dsp:txXfrm>
        <a:off x="50489" y="132590"/>
        <a:ext cx="8128622" cy="933302"/>
      </dsp:txXfrm>
    </dsp:sp>
    <dsp:sp modelId="{4EDD3C6C-1661-4E73-A955-4FACABDBDAFE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Missing numerical values filled using median imputation.</a:t>
          </a:r>
        </a:p>
      </dsp:txBody>
      <dsp:txXfrm>
        <a:off x="50489" y="1241750"/>
        <a:ext cx="8128622" cy="933302"/>
      </dsp:txXfrm>
    </dsp:sp>
    <dsp:sp modelId="{3A50BC03-F7EB-48CD-B7D9-C310EA3F9A68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OneHotEncoder transformed categorical variables.</a:t>
          </a:r>
        </a:p>
      </dsp:txBody>
      <dsp:txXfrm>
        <a:off x="50489" y="2350910"/>
        <a:ext cx="8128622" cy="933302"/>
      </dsp:txXfrm>
    </dsp:sp>
    <dsp:sp modelId="{7EAB94C0-2395-4B33-B7E6-6E8F72420453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StandardScaler normalized numerical features.</a:t>
          </a:r>
        </a:p>
      </dsp:txBody>
      <dsp:txXfrm>
        <a:off x="50489" y="3460070"/>
        <a:ext cx="8128622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139C7-3C9F-41E0-8DA1-1ED957181179}">
      <dsp:nvSpPr>
        <dsp:cNvPr id="0" name=""/>
        <dsp:cNvSpPr/>
      </dsp:nvSpPr>
      <dsp:spPr>
        <a:xfrm rot="5400000">
          <a:off x="1877297" y="383528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Ensures clean and consistent input data.</a:t>
          </a:r>
        </a:p>
      </dsp:txBody>
      <dsp:txXfrm rot="-5400000">
        <a:off x="2124597" y="495521"/>
        <a:ext cx="738354" cy="848685"/>
      </dsp:txXfrm>
    </dsp:sp>
    <dsp:sp modelId="{2DF02D78-F844-4699-B182-FFE1EDF5C171}">
      <dsp:nvSpPr>
        <dsp:cNvPr id="0" name=""/>
        <dsp:cNvSpPr/>
      </dsp:nvSpPr>
      <dsp:spPr>
        <a:xfrm>
          <a:off x="3062660" y="549977"/>
          <a:ext cx="1375977" cy="73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6492C6-15BE-49FF-ADEE-445554F61F8D}">
      <dsp:nvSpPr>
        <dsp:cNvPr id="0" name=""/>
        <dsp:cNvSpPr/>
      </dsp:nvSpPr>
      <dsp:spPr>
        <a:xfrm rot="5400000">
          <a:off x="718812" y="383528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966112" y="495521"/>
        <a:ext cx="738354" cy="848685"/>
      </dsp:txXfrm>
    </dsp:sp>
    <dsp:sp modelId="{31EEC536-BF47-45F7-B50C-C64BA9ADBD1C}">
      <dsp:nvSpPr>
        <dsp:cNvPr id="0" name=""/>
        <dsp:cNvSpPr/>
      </dsp:nvSpPr>
      <dsp:spPr>
        <a:xfrm rot="5400000">
          <a:off x="1295835" y="1430060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Reduces model bias caused by missing values.</a:t>
          </a:r>
        </a:p>
      </dsp:txBody>
      <dsp:txXfrm rot="-5400000">
        <a:off x="1543135" y="1542053"/>
        <a:ext cx="738354" cy="848685"/>
      </dsp:txXfrm>
    </dsp:sp>
    <dsp:sp modelId="{784643EB-BA92-4444-8CD8-B845A8A8F767}">
      <dsp:nvSpPr>
        <dsp:cNvPr id="0" name=""/>
        <dsp:cNvSpPr/>
      </dsp:nvSpPr>
      <dsp:spPr>
        <a:xfrm>
          <a:off x="0" y="1596509"/>
          <a:ext cx="1331591" cy="73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21B08-458A-47A4-B85A-78F406F91F79}">
      <dsp:nvSpPr>
        <dsp:cNvPr id="0" name=""/>
        <dsp:cNvSpPr/>
      </dsp:nvSpPr>
      <dsp:spPr>
        <a:xfrm rot="5400000">
          <a:off x="2454320" y="1430060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701620" y="1542053"/>
        <a:ext cx="738354" cy="848685"/>
      </dsp:txXfrm>
    </dsp:sp>
    <dsp:sp modelId="{63B00904-4E28-4387-82E4-D8BB9194392D}">
      <dsp:nvSpPr>
        <dsp:cNvPr id="0" name=""/>
        <dsp:cNvSpPr/>
      </dsp:nvSpPr>
      <dsp:spPr>
        <a:xfrm rot="5400000">
          <a:off x="1877297" y="2476592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Improves model stability and predictive reliability.</a:t>
          </a:r>
        </a:p>
      </dsp:txBody>
      <dsp:txXfrm rot="-5400000">
        <a:off x="2124597" y="2588585"/>
        <a:ext cx="738354" cy="848685"/>
      </dsp:txXfrm>
    </dsp:sp>
    <dsp:sp modelId="{DA1B354D-5EC1-4809-836C-514A7E2123E6}">
      <dsp:nvSpPr>
        <dsp:cNvPr id="0" name=""/>
        <dsp:cNvSpPr/>
      </dsp:nvSpPr>
      <dsp:spPr>
        <a:xfrm>
          <a:off x="3062660" y="2643041"/>
          <a:ext cx="1375977" cy="73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6FC7CB-B8D0-44BB-A5B4-A40CE294B288}">
      <dsp:nvSpPr>
        <dsp:cNvPr id="0" name=""/>
        <dsp:cNvSpPr/>
      </dsp:nvSpPr>
      <dsp:spPr>
        <a:xfrm rot="5400000">
          <a:off x="718812" y="2476592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966112" y="2588585"/>
        <a:ext cx="738354" cy="848685"/>
      </dsp:txXfrm>
    </dsp:sp>
    <dsp:sp modelId="{22381231-9F21-4792-8B6E-6B1121EEBD2D}">
      <dsp:nvSpPr>
        <dsp:cNvPr id="0" name=""/>
        <dsp:cNvSpPr/>
      </dsp:nvSpPr>
      <dsp:spPr>
        <a:xfrm rot="5400000">
          <a:off x="1295835" y="3523124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Prevents data leakage during training and testing.</a:t>
          </a:r>
        </a:p>
      </dsp:txBody>
      <dsp:txXfrm rot="-5400000">
        <a:off x="1543135" y="3635117"/>
        <a:ext cx="738354" cy="848685"/>
      </dsp:txXfrm>
    </dsp:sp>
    <dsp:sp modelId="{9C719519-ADF1-456A-B61A-65B3E06C4B7B}">
      <dsp:nvSpPr>
        <dsp:cNvPr id="0" name=""/>
        <dsp:cNvSpPr/>
      </dsp:nvSpPr>
      <dsp:spPr>
        <a:xfrm>
          <a:off x="0" y="3689573"/>
          <a:ext cx="1331591" cy="73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0CD618-2C4E-42F3-91D5-C5B1863508B6}">
      <dsp:nvSpPr>
        <dsp:cNvPr id="0" name=""/>
        <dsp:cNvSpPr/>
      </dsp:nvSpPr>
      <dsp:spPr>
        <a:xfrm rot="5400000">
          <a:off x="2454320" y="3523124"/>
          <a:ext cx="1232955" cy="107267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701620" y="3635117"/>
        <a:ext cx="738354" cy="8486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547DC-7BCB-4674-957B-43915A368EE3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8E313-FC4F-4F7B-84B9-E592D34A38B6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4D781-0BBD-46C7-AAC8-4E6E02D954C0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Builds trees sequentially to correct previous errors.</a:t>
          </a:r>
        </a:p>
      </dsp:txBody>
      <dsp:txXfrm>
        <a:off x="1340173" y="795493"/>
        <a:ext cx="2552269" cy="1082781"/>
      </dsp:txXfrm>
    </dsp:sp>
    <dsp:sp modelId="{ACCC02FE-966F-4092-8A7E-820C78DC09C3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CA88C-CFC8-4DE7-AB15-2333EE16F928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ABCDD-494C-4D90-B0ED-E80FCA5F6EA3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Handles mixed feature interactions effectively.</a:t>
          </a:r>
        </a:p>
      </dsp:txBody>
      <dsp:txXfrm>
        <a:off x="5651962" y="795493"/>
        <a:ext cx="2552269" cy="1082781"/>
      </dsp:txXfrm>
    </dsp:sp>
    <dsp:sp modelId="{C55E4CDE-A0C4-4C85-A60C-13CB816230DA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6B3A0-98D3-408E-830B-E139BA9B2DC4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76296-1F77-42BF-9862-642C4CC05A23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bias while maintaining strong predictive power.</a:t>
          </a:r>
        </a:p>
      </dsp:txBody>
      <dsp:txXfrm>
        <a:off x="1340173" y="2647688"/>
        <a:ext cx="2552269" cy="1082781"/>
      </dsp:txXfrm>
    </dsp:sp>
    <dsp:sp modelId="{8AC461A3-CBDB-4E76-989D-EF6054832426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9D4D5-0AD5-4F9F-9602-BFEEBCBB510A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EE4C9-9FDE-41B5-BAC2-D461FDC87F5A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well with structured socioeconomic survey data.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odes on papers">
            <a:extLst>
              <a:ext uri="{FF2B5EF4-FFF2-40B4-BE49-F238E27FC236}">
                <a16:creationId xmlns:a16="http://schemas.microsoft.com/office/drawing/2014/main" id="{AB6B5651-5EB3-D5CB-4DC2-DECD2BFE7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4" r="4524" b="-2"/>
          <a:stretch>
            <a:fillRect/>
          </a:stretch>
        </p:blipFill>
        <p:spPr>
          <a:xfrm>
            <a:off x="20" y="-22"/>
            <a:ext cx="9143977" cy="685802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684783" y="1682484"/>
            <a:ext cx="6858003" cy="349301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0348" y="0"/>
            <a:ext cx="4089397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4500" dirty="0"/>
              <a:t>Kenya Financial Inclusion Risk Prediction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97890" y="2511887"/>
            <a:ext cx="6858003" cy="1834218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3DE58F-69F4-EEA7-EED4-1B38A220A72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883" b="416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584D31-7580-846A-BF2F-464B2DFF1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8884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63EF7-36B1-EF9A-A8EB-EC9F45333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10332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CDF1F6C5-FD90-5439-7950-60AAC7622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r>
              <a:rPr lang="en-US" sz="1700" dirty="0"/>
              <a:t>Source: Kenya FinAccess 2021 Survey.</a:t>
            </a:r>
          </a:p>
          <a:p>
            <a:r>
              <a:rPr lang="en-US" sz="1700" dirty="0"/>
              <a:t>Contains demographic, socioeconomic and behavioral indicators.</a:t>
            </a:r>
          </a:p>
          <a:p>
            <a:r>
              <a:rPr lang="en-US" sz="1700" dirty="0"/>
              <a:t>Features include education, age, location, employment and financial behavior.</a:t>
            </a:r>
          </a:p>
          <a:p>
            <a:r>
              <a:rPr lang="en-US" sz="1700" dirty="0"/>
              <a:t>Target variable: Financially Excluded vs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1DC815-CFDA-9001-621D-04C85A3312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3600"/>
              <a:t>Why Preprocessing Matters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7851E2-2B94-6362-E64F-EA3438861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35592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799"/>
            <a:ext cx="405765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329" y="1335183"/>
            <a:ext cx="2637691" cy="415089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595959"/>
                </a:solidFill>
              </a:rPr>
              <a:t>Models Evaluated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9956BA-5C38-49F9-88D6-BD6C71E9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685799"/>
            <a:ext cx="4057650" cy="5486401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9500" y="1335183"/>
            <a:ext cx="3082649" cy="4187633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Dummy Classifier: Baseline comparison model.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Logistic Regression: Simple and interpretable classifier.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Random Forest: Ensemble model capturing non-linear patterns.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Gradient Boosting: Sequential boosting model optimized for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Why Multiple Models Were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Different algorithms capture different data patterns.</a:t>
            </a:r>
          </a:p>
          <a:p>
            <a:r>
              <a:rPr lang="en-US" sz="1700"/>
              <a:t>Linear models improve interpretability.</a:t>
            </a:r>
          </a:p>
          <a:p>
            <a:r>
              <a:rPr lang="en-US" sz="1700"/>
              <a:t>Tree-based models improve complex pattern detection.</a:t>
            </a:r>
          </a:p>
          <a:p>
            <a:r>
              <a:rPr lang="en-US" sz="1700"/>
              <a:t>Comparing models ensures robust final model selection.</a:t>
            </a:r>
          </a:p>
        </p:txBody>
      </p:sp>
      <p:pic>
        <p:nvPicPr>
          <p:cNvPr id="17" name="Picture 16" descr="Colorful floating paper">
            <a:extLst>
              <a:ext uri="{FF2B5EF4-FFF2-40B4-BE49-F238E27FC236}">
                <a16:creationId xmlns:a16="http://schemas.microsoft.com/office/drawing/2014/main" id="{15B8292E-8BF8-EB1F-BD1D-3414B227D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81" r="3116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9E32131D-0EC4-1823-7B08-DF644AE2B8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11" r="30793" b="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Evaluation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Accuracy: Overall percentage of correct predictions.</a:t>
            </a:r>
          </a:p>
          <a:p>
            <a:r>
              <a:rPr lang="en-US" sz="1700"/>
              <a:t>Recall: Ability to correctly identify excluded individuals.</a:t>
            </a:r>
          </a:p>
          <a:p>
            <a:r>
              <a:rPr lang="en-US" sz="1700"/>
              <a:t>Precision: Reliability of positive predictions.</a:t>
            </a:r>
          </a:p>
          <a:p>
            <a:r>
              <a:rPr lang="en-US" sz="1700"/>
              <a:t>F1 Score: Balance between recall and precision.</a:t>
            </a:r>
          </a:p>
          <a:p>
            <a:r>
              <a:rPr lang="en-US" sz="1700"/>
              <a:t>ROC-AUC: Measures overall classification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80B8B960-DF1D-C3A6-1911-88BF9EC5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77" r="2862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Understanding Model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High accuracy alone is not enough in imbalanced datasets.</a:t>
            </a:r>
          </a:p>
          <a:p>
            <a:r>
              <a:rPr lang="en-US" sz="1700"/>
              <a:t>Recall was prioritized to avoid missing excluded individuals.</a:t>
            </a:r>
          </a:p>
          <a:p>
            <a:r>
              <a:rPr lang="en-US" sz="1700"/>
              <a:t>False negatives are costly because vulnerable people may be ignored.</a:t>
            </a:r>
          </a:p>
          <a:p>
            <a:r>
              <a:rPr lang="en-US" sz="1700"/>
              <a:t>Balanced metrics were used for fair model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EC9E0E84-0C2D-56D4-9AB3-6B74FB48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78" r="37143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Best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Gradient Boosting achieved the strongest overall predictive performance.</a:t>
            </a:r>
          </a:p>
          <a:p>
            <a:r>
              <a:rPr lang="en-US" sz="1700"/>
              <a:t>It captured complex nonlinear relationships in the data.</a:t>
            </a:r>
          </a:p>
          <a:p>
            <a:r>
              <a:rPr lang="en-US" sz="1700"/>
              <a:t>Provided better balance between accuracy and generalization.</a:t>
            </a:r>
          </a:p>
          <a:p>
            <a:r>
              <a:rPr lang="en-US" sz="1700"/>
              <a:t>Selected as final production-ready model for explainability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Gradient Boosting Performed Best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E9BE3D-0BA1-E175-560E-1B4CCB32AF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rgbClr val="000000"/>
                </a:solidFill>
              </a:rPr>
              <a:t>Model Explainability with SHAP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Cycle with People">
            <a:extLst>
              <a:ext uri="{FF2B5EF4-FFF2-40B4-BE49-F238E27FC236}">
                <a16:creationId xmlns:a16="http://schemas.microsoft.com/office/drawing/2014/main" id="{2B0A3CE2-18EC-DE5C-0B24-7DF5A2510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SHAP explains how features influence predictions.</a:t>
            </a:r>
          </a:p>
          <a:p>
            <a:r>
              <a:rPr lang="en-US" sz="1500">
                <a:solidFill>
                  <a:srgbClr val="000000"/>
                </a:solidFill>
              </a:rPr>
              <a:t>Shows why an individual was classified as excluded.</a:t>
            </a:r>
          </a:p>
          <a:p>
            <a:r>
              <a:rPr lang="en-US" sz="1500">
                <a:solidFill>
                  <a:srgbClr val="000000"/>
                </a:solidFill>
              </a:rPr>
              <a:t>Improves transparency and trust .</a:t>
            </a:r>
          </a:p>
          <a:p>
            <a:r>
              <a:rPr lang="en-US" sz="1500">
                <a:solidFill>
                  <a:srgbClr val="000000"/>
                </a:solidFill>
              </a:rPr>
              <a:t>Supports policy interpretation and stakeholder confidence.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5DEC5C-A3A8-4628-A7E8-0B10A9FDA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0AA77A-5BD1-4B69-A267-C53721CF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DDF4E6-6BEF-4F11-BF5E-DF2D30C4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DA3AF8-1878-4695-8957-953FE1754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3C49740-F66E-4FA5-BAF0-20082FFCC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-8"/>
            <a:ext cx="3464718" cy="6857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907143"/>
            <a:ext cx="2213372" cy="4861832"/>
          </a:xfrm>
        </p:spPr>
        <p:txBody>
          <a:bodyPr anchor="t">
            <a:normAutofit/>
          </a:bodyPr>
          <a:lstStyle/>
          <a:p>
            <a:r>
              <a:rPr lang="en-US" sz="3500"/>
              <a:t>Key SHAP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7503" y="994229"/>
            <a:ext cx="3727847" cy="4833257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Low education increased exclusion risk significantly.</a:t>
            </a:r>
          </a:p>
          <a:p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Rural residence strongly contributed to exclusion predictions.</a:t>
            </a:r>
          </a:p>
          <a:p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Youth populations showed higher vulnerability.</a:t>
            </a:r>
          </a:p>
          <a:p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Socio-economic status influenced financial inclusion outcomes.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520569FD-5EF4-A2AA-3352-6396F749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1" r="27828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1700"/>
              <a:t>Education level was among the strongest predictors.</a:t>
            </a:r>
          </a:p>
          <a:p>
            <a:r>
              <a:rPr lang="en-US" sz="1700"/>
              <a:t>Employment and income indicators improved inclusion probability.</a:t>
            </a:r>
          </a:p>
          <a:p>
            <a:r>
              <a:rPr lang="en-US" sz="1700"/>
              <a:t>Geographic location influenced access to financial services.</a:t>
            </a:r>
          </a:p>
          <a:p>
            <a:r>
              <a:rPr lang="en-US" sz="1700"/>
              <a:t>Behavioral variables captured financial engagement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Project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/>
              <a:t>Supports evidence-based financial inclusion policies.</a:t>
            </a:r>
          </a:p>
          <a:p>
            <a:r>
              <a:rPr lang="en-US" sz="2100"/>
              <a:t>Can help banks target underserved populations.</a:t>
            </a:r>
          </a:p>
          <a:p>
            <a:r>
              <a:rPr lang="en-US" sz="2100"/>
              <a:t>Improves transparency in predictive decision systems.</a:t>
            </a:r>
          </a:p>
          <a:p>
            <a:r>
              <a:rPr lang="en-US" sz="2100"/>
              <a:t>Demonstrates responsible and explainable AI application in Kenya.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iggy Bank">
            <a:extLst>
              <a:ext uri="{FF2B5EF4-FFF2-40B4-BE49-F238E27FC236}">
                <a16:creationId xmlns:a16="http://schemas.microsoft.com/office/drawing/2014/main" id="{05280500-D6CC-944E-DED6-E35979101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proved_mod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Machine learning successfully identified financial exclusion patterns.</a:t>
            </a:r>
          </a:p>
          <a:p>
            <a:r>
              <a:rPr lang="en-US" sz="1700"/>
              <a:t>Gradient Boosting delivered the strongest overall predictive performance.</a:t>
            </a:r>
          </a:p>
          <a:p>
            <a:r>
              <a:rPr lang="en-US" sz="1700"/>
              <a:t>SHAP explainability improved model transparency and trust.</a:t>
            </a:r>
          </a:p>
          <a:p>
            <a:r>
              <a:rPr lang="en-US" sz="1700"/>
              <a:t>The project demonstrates to improve and  support financial inclusion in Kenya.</a:t>
            </a:r>
          </a:p>
        </p:txBody>
      </p:sp>
      <p:pic>
        <p:nvPicPr>
          <p:cNvPr id="5" name="Picture 4" descr="Digital graphs and numbers in 3D">
            <a:extLst>
              <a:ext uri="{FF2B5EF4-FFF2-40B4-BE49-F238E27FC236}">
                <a16:creationId xmlns:a16="http://schemas.microsoft.com/office/drawing/2014/main" id="{BB14F405-FFA7-82D1-38B1-0CB94E8D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45" r="2320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564</Words>
  <Application>Microsoft Office PowerPoint</Application>
  <PresentationFormat>On-screen Show (4:3)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Kenya Financial Inclusion Risk Prediction</vt:lpstr>
      <vt:lpstr>Project Objective</vt:lpstr>
      <vt:lpstr>Business Problem</vt:lpstr>
      <vt:lpstr>Dataset Overview</vt:lpstr>
      <vt:lpstr>Data Preparation Pipeline</vt:lpstr>
      <vt:lpstr>Why Preprocessing Matters</vt:lpstr>
      <vt:lpstr>Models Evaluated</vt:lpstr>
      <vt:lpstr>Why Multiple Models Were Tested</vt:lpstr>
      <vt:lpstr>Evaluation Metrics Explained</vt:lpstr>
      <vt:lpstr>Understanding Model Trade-Offs</vt:lpstr>
      <vt:lpstr>Best Model Selection</vt:lpstr>
      <vt:lpstr>Why Gradient Boosting Performed Best</vt:lpstr>
      <vt:lpstr>Model Explainability with SHAP</vt:lpstr>
      <vt:lpstr>Key SHAP Insights</vt:lpstr>
      <vt:lpstr>Feature Importance Analysis</vt:lpstr>
      <vt:lpstr>Project Impact</vt:lpstr>
      <vt:lpstr>Model Performance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SYLVIA KWAMBOKA</dc:creator>
  <cp:keywords/>
  <dc:description>generated using python-pptx</dc:description>
  <cp:lastModifiedBy>Kelvin Mpole</cp:lastModifiedBy>
  <cp:revision>2</cp:revision>
  <dcterms:created xsi:type="dcterms:W3CDTF">2013-01-27T09:14:16Z</dcterms:created>
  <dcterms:modified xsi:type="dcterms:W3CDTF">2026-05-22T08:44:41Z</dcterms:modified>
  <cp:category/>
</cp:coreProperties>
</file>